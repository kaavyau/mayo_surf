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9"/>
  </p:sldMasterIdLst>
  <p:notesMasterIdLst>
    <p:notesMasterId r:id="rId11"/>
  </p:notesMasterIdLst>
  <p:handoutMasterIdLst>
    <p:handoutMasterId r:id="rId12"/>
  </p:handoutMasterIdLst>
  <p:sldIdLst>
    <p:sldId id="257" r:id="rId10"/>
  </p:sldIdLst>
  <p:sldSz cx="21945600" cy="16002000"/>
  <p:notesSz cx="7315200" cy="9601200"/>
  <p:defaultTextStyle>
    <a:defPPr>
      <a:defRPr lang="en-US"/>
    </a:defPPr>
    <a:lvl1pPr algn="ctr" rtl="0" fontAlgn="base">
      <a:spcBef>
        <a:spcPct val="20000"/>
      </a:spcBef>
      <a:spcAft>
        <a:spcPct val="0"/>
      </a:spcAft>
      <a:buClr>
        <a:schemeClr val="folHlink"/>
      </a:buClr>
      <a:buSzPct val="120000"/>
      <a:defRPr sz="2200" kern="1200">
        <a:solidFill>
          <a:schemeClr val="tx2"/>
        </a:solidFill>
        <a:latin typeface="Arial" charset="0"/>
        <a:ea typeface="+mn-ea"/>
        <a:cs typeface="Times New Roman" pitchFamily="18" charset="0"/>
      </a:defRPr>
    </a:lvl1pPr>
    <a:lvl2pPr marL="457200" algn="ctr" rtl="0" fontAlgn="base">
      <a:spcBef>
        <a:spcPct val="20000"/>
      </a:spcBef>
      <a:spcAft>
        <a:spcPct val="0"/>
      </a:spcAft>
      <a:buClr>
        <a:schemeClr val="folHlink"/>
      </a:buClr>
      <a:buSzPct val="120000"/>
      <a:defRPr sz="2200" kern="1200">
        <a:solidFill>
          <a:schemeClr val="tx2"/>
        </a:solidFill>
        <a:latin typeface="Arial" charset="0"/>
        <a:ea typeface="+mn-ea"/>
        <a:cs typeface="Times New Roman" pitchFamily="18" charset="0"/>
      </a:defRPr>
    </a:lvl2pPr>
    <a:lvl3pPr marL="914400" algn="ctr" rtl="0" fontAlgn="base">
      <a:spcBef>
        <a:spcPct val="20000"/>
      </a:spcBef>
      <a:spcAft>
        <a:spcPct val="0"/>
      </a:spcAft>
      <a:buClr>
        <a:schemeClr val="folHlink"/>
      </a:buClr>
      <a:buSzPct val="120000"/>
      <a:defRPr sz="2200" kern="1200">
        <a:solidFill>
          <a:schemeClr val="tx2"/>
        </a:solidFill>
        <a:latin typeface="Arial" charset="0"/>
        <a:ea typeface="+mn-ea"/>
        <a:cs typeface="Times New Roman" pitchFamily="18" charset="0"/>
      </a:defRPr>
    </a:lvl3pPr>
    <a:lvl4pPr marL="1371600" algn="ctr" rtl="0" fontAlgn="base">
      <a:spcBef>
        <a:spcPct val="20000"/>
      </a:spcBef>
      <a:spcAft>
        <a:spcPct val="0"/>
      </a:spcAft>
      <a:buClr>
        <a:schemeClr val="folHlink"/>
      </a:buClr>
      <a:buSzPct val="120000"/>
      <a:defRPr sz="2200" kern="1200">
        <a:solidFill>
          <a:schemeClr val="tx2"/>
        </a:solidFill>
        <a:latin typeface="Arial" charset="0"/>
        <a:ea typeface="+mn-ea"/>
        <a:cs typeface="Times New Roman" pitchFamily="18" charset="0"/>
      </a:defRPr>
    </a:lvl4pPr>
    <a:lvl5pPr marL="1828800" algn="ctr" rtl="0" fontAlgn="base">
      <a:spcBef>
        <a:spcPct val="20000"/>
      </a:spcBef>
      <a:spcAft>
        <a:spcPct val="0"/>
      </a:spcAft>
      <a:buClr>
        <a:schemeClr val="folHlink"/>
      </a:buClr>
      <a:buSzPct val="120000"/>
      <a:defRPr sz="2200" kern="1200">
        <a:solidFill>
          <a:schemeClr val="tx2"/>
        </a:solidFill>
        <a:latin typeface="Arial" charset="0"/>
        <a:ea typeface="+mn-ea"/>
        <a:cs typeface="Times New Roman" pitchFamily="18" charset="0"/>
      </a:defRPr>
    </a:lvl5pPr>
    <a:lvl6pPr marL="2286000" algn="l" defTabSz="914400" rtl="0" eaLnBrk="1" latinLnBrk="0" hangingPunct="1">
      <a:defRPr sz="2200" kern="1200">
        <a:solidFill>
          <a:schemeClr val="tx2"/>
        </a:solidFill>
        <a:latin typeface="Arial" charset="0"/>
        <a:ea typeface="+mn-ea"/>
        <a:cs typeface="Times New Roman" pitchFamily="18" charset="0"/>
      </a:defRPr>
    </a:lvl6pPr>
    <a:lvl7pPr marL="2743200" algn="l" defTabSz="914400" rtl="0" eaLnBrk="1" latinLnBrk="0" hangingPunct="1">
      <a:defRPr sz="2200" kern="1200">
        <a:solidFill>
          <a:schemeClr val="tx2"/>
        </a:solidFill>
        <a:latin typeface="Arial" charset="0"/>
        <a:ea typeface="+mn-ea"/>
        <a:cs typeface="Times New Roman" pitchFamily="18" charset="0"/>
      </a:defRPr>
    </a:lvl7pPr>
    <a:lvl8pPr marL="3200400" algn="l" defTabSz="914400" rtl="0" eaLnBrk="1" latinLnBrk="0" hangingPunct="1">
      <a:defRPr sz="2200" kern="1200">
        <a:solidFill>
          <a:schemeClr val="tx2"/>
        </a:solidFill>
        <a:latin typeface="Arial" charset="0"/>
        <a:ea typeface="+mn-ea"/>
        <a:cs typeface="Times New Roman" pitchFamily="18" charset="0"/>
      </a:defRPr>
    </a:lvl8pPr>
    <a:lvl9pPr marL="3657600" algn="l" defTabSz="914400" rtl="0" eaLnBrk="1" latinLnBrk="0" hangingPunct="1">
      <a:defRPr sz="2200" kern="1200">
        <a:solidFill>
          <a:schemeClr val="tx2"/>
        </a:solidFill>
        <a:latin typeface="Arial" charset="0"/>
        <a:ea typeface="+mn-ea"/>
        <a:cs typeface="Times New Roman" pitchFamily="18"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A40FD8-60A3-2AD7-76D8-C194BE9E1BBA}" name="Uppala, Kaavya" initials="KU" userId="S::uppala.kaavya@mayo.edu::6354c411-3fa1-4668-abab-fbf422b8012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306B"/>
    <a:srgbClr val="000000"/>
    <a:srgbClr val="B0B1B5"/>
    <a:srgbClr val="2762AC"/>
    <a:srgbClr val="BE5E3F"/>
    <a:srgbClr val="E67A53"/>
    <a:srgbClr val="FFFFFF"/>
    <a:srgbClr val="2158A1"/>
    <a:srgbClr val="1F2D60"/>
    <a:srgbClr val="1C2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0C89CD-7BDA-4412-BD0F-4C0EFCC2251B}" v="14" dt="2026-07-17T16:23:21.4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74"/>
  </p:normalViewPr>
  <p:slideViewPr>
    <p:cSldViewPr snapToGrid="0" showGuides="1">
      <p:cViewPr>
        <p:scale>
          <a:sx n="48" d="100"/>
          <a:sy n="48" d="100"/>
        </p:scale>
        <p:origin x="1404" y="426"/>
      </p:cViewPr>
      <p:guideLst/>
    </p:cSldViewPr>
  </p:slideViewPr>
  <p:notesTextViewPr>
    <p:cViewPr>
      <p:scale>
        <a:sx n="100" d="100"/>
        <a:sy n="100" d="100"/>
      </p:scale>
      <p:origin x="0" y="0"/>
    </p:cViewPr>
  </p:notesTextViewPr>
  <p:notesViewPr>
    <p:cSldViewPr snapToGrid="0" showGuides="1">
      <p:cViewPr varScale="1">
        <p:scale>
          <a:sx n="96" d="100"/>
          <a:sy n="96" d="100"/>
        </p:scale>
        <p:origin x="-2988"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customXml" Target="../customXml/item7.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notesMaster" Target="notesMasters/notesMaster1.xml"/><Relationship Id="rId5" Type="http://schemas.openxmlformats.org/officeDocument/2006/relationships/customXml" Target="../customXml/item5.xml"/><Relationship Id="rId15" Type="http://schemas.openxmlformats.org/officeDocument/2006/relationships/theme" Target="theme/theme1.xml"/><Relationship Id="rId10" Type="http://schemas.openxmlformats.org/officeDocument/2006/relationships/slide" Target="slides/slide1.xml"/><Relationship Id="rId19" Type="http://schemas.microsoft.com/office/2018/10/relationships/authors" Target="authors.xml"/><Relationship Id="rId4" Type="http://schemas.openxmlformats.org/officeDocument/2006/relationships/customXml" Target="../customXml/item4.xml"/><Relationship Id="rId9" Type="http://schemas.openxmlformats.org/officeDocument/2006/relationships/slideMaster" Target="slideMasters/slideMaster1.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ppala, Kaavya" userId="6354c411-3fa1-4668-abab-fbf422b8012a" providerId="ADAL" clId="{EE2CD29D-9C75-46A2-9DE4-D2D856F4D1CB}"/>
    <pc:docChg chg="undo custSel addSld delSld modSld modNotesMaster modHandout">
      <pc:chgData name="Uppala, Kaavya" userId="6354c411-3fa1-4668-abab-fbf422b8012a" providerId="ADAL" clId="{EE2CD29D-9C75-46A2-9DE4-D2D856F4D1CB}" dt="2026-07-17T19:03:07.162" v="1422" actId="47"/>
      <pc:docMkLst>
        <pc:docMk/>
      </pc:docMkLst>
      <pc:sldChg chg="addSp delSp modSp mod modCm">
        <pc:chgData name="Uppala, Kaavya" userId="6354c411-3fa1-4668-abab-fbf422b8012a" providerId="ADAL" clId="{EE2CD29D-9C75-46A2-9DE4-D2D856F4D1CB}" dt="2026-07-17T18:51:08.790" v="1421" actId="20577"/>
        <pc:sldMkLst>
          <pc:docMk/>
          <pc:sldMk cId="0" sldId="257"/>
        </pc:sldMkLst>
        <pc:spChg chg="mod">
          <ac:chgData name="Uppala, Kaavya" userId="6354c411-3fa1-4668-abab-fbf422b8012a" providerId="ADAL" clId="{EE2CD29D-9C75-46A2-9DE4-D2D856F4D1CB}" dt="2026-07-17T18:49:07.990" v="1284" actId="114"/>
          <ac:spMkLst>
            <pc:docMk/>
            <pc:sldMk cId="0" sldId="257"/>
            <ac:spMk id="11" creationId="{6FA73667-B3B2-3681-51D9-61A950341EF3}"/>
          </ac:spMkLst>
        </pc:spChg>
        <pc:spChg chg="add mod">
          <ac:chgData name="Uppala, Kaavya" userId="6354c411-3fa1-4668-abab-fbf422b8012a" providerId="ADAL" clId="{EE2CD29D-9C75-46A2-9DE4-D2D856F4D1CB}" dt="2026-07-17T17:18:54.825" v="1179" actId="113"/>
          <ac:spMkLst>
            <pc:docMk/>
            <pc:sldMk cId="0" sldId="257"/>
            <ac:spMk id="12" creationId="{172722B6-00DE-B301-A073-3155991C4F7C}"/>
          </ac:spMkLst>
        </pc:spChg>
        <pc:spChg chg="mod">
          <ac:chgData name="Uppala, Kaavya" userId="6354c411-3fa1-4668-abab-fbf422b8012a" providerId="ADAL" clId="{EE2CD29D-9C75-46A2-9DE4-D2D856F4D1CB}" dt="2026-07-16T20:32:53.721" v="113" actId="20577"/>
          <ac:spMkLst>
            <pc:docMk/>
            <pc:sldMk cId="0" sldId="257"/>
            <ac:spMk id="15" creationId="{A56F452E-2289-AB46-86E1-44D4CE84B36A}"/>
          </ac:spMkLst>
        </pc:spChg>
        <pc:spChg chg="mod">
          <ac:chgData name="Uppala, Kaavya" userId="6354c411-3fa1-4668-abab-fbf422b8012a" providerId="ADAL" clId="{EE2CD29D-9C75-46A2-9DE4-D2D856F4D1CB}" dt="2026-07-17T16:25:20.121" v="1058" actId="1036"/>
          <ac:spMkLst>
            <pc:docMk/>
            <pc:sldMk cId="0" sldId="257"/>
            <ac:spMk id="43" creationId="{0E0CFA74-CA1C-6350-1AD2-5FA7C25D8512}"/>
          </ac:spMkLst>
        </pc:spChg>
        <pc:spChg chg="mod">
          <ac:chgData name="Uppala, Kaavya" userId="6354c411-3fa1-4668-abab-fbf422b8012a" providerId="ADAL" clId="{EE2CD29D-9C75-46A2-9DE4-D2D856F4D1CB}" dt="2026-07-17T18:51:08.790" v="1421" actId="20577"/>
          <ac:spMkLst>
            <pc:docMk/>
            <pc:sldMk cId="0" sldId="257"/>
            <ac:spMk id="48" creationId="{B6F458BD-E65B-A8FE-A665-76B9592E8FC0}"/>
          </ac:spMkLst>
        </pc:spChg>
        <pc:spChg chg="mod">
          <ac:chgData name="Uppala, Kaavya" userId="6354c411-3fa1-4668-abab-fbf422b8012a" providerId="ADAL" clId="{EE2CD29D-9C75-46A2-9DE4-D2D856F4D1CB}" dt="2026-07-17T16:07:31.597" v="982" actId="1036"/>
          <ac:spMkLst>
            <pc:docMk/>
            <pc:sldMk cId="0" sldId="257"/>
            <ac:spMk id="57" creationId="{AD260083-1EC9-BAEE-D3FA-5F311B335766}"/>
          </ac:spMkLst>
        </pc:spChg>
        <pc:spChg chg="mod">
          <ac:chgData name="Uppala, Kaavya" userId="6354c411-3fa1-4668-abab-fbf422b8012a" providerId="ADAL" clId="{EE2CD29D-9C75-46A2-9DE4-D2D856F4D1CB}" dt="2026-07-17T16:25:20.121" v="1058" actId="1036"/>
          <ac:spMkLst>
            <pc:docMk/>
            <pc:sldMk cId="0" sldId="257"/>
            <ac:spMk id="59" creationId="{C5BAC1CD-2D5A-64EC-08BF-A5B2479B21F1}"/>
          </ac:spMkLst>
        </pc:spChg>
        <pc:spChg chg="mod">
          <ac:chgData name="Uppala, Kaavya" userId="6354c411-3fa1-4668-abab-fbf422b8012a" providerId="ADAL" clId="{EE2CD29D-9C75-46A2-9DE4-D2D856F4D1CB}" dt="2026-07-17T16:25:20.121" v="1058" actId="1036"/>
          <ac:spMkLst>
            <pc:docMk/>
            <pc:sldMk cId="0" sldId="257"/>
            <ac:spMk id="60" creationId="{8CF20EEB-D596-542C-5154-97F29A48DD53}"/>
          </ac:spMkLst>
        </pc:spChg>
        <pc:spChg chg="mod">
          <ac:chgData name="Uppala, Kaavya" userId="6354c411-3fa1-4668-abab-fbf422b8012a" providerId="ADAL" clId="{EE2CD29D-9C75-46A2-9DE4-D2D856F4D1CB}" dt="2026-07-17T17:07:25.238" v="1159" actId="20577"/>
          <ac:spMkLst>
            <pc:docMk/>
            <pc:sldMk cId="0" sldId="257"/>
            <ac:spMk id="13831" creationId="{00000000-0000-0000-0000-000000000000}"/>
          </ac:spMkLst>
        </pc:spChg>
        <pc:spChg chg="mod">
          <ac:chgData name="Uppala, Kaavya" userId="6354c411-3fa1-4668-abab-fbf422b8012a" providerId="ADAL" clId="{EE2CD29D-9C75-46A2-9DE4-D2D856F4D1CB}" dt="2026-07-17T17:08:09.277" v="1178" actId="20577"/>
          <ac:spMkLst>
            <pc:docMk/>
            <pc:sldMk cId="0" sldId="257"/>
            <ac:spMk id="13834" creationId="{00000000-0000-0000-0000-000000000000}"/>
          </ac:spMkLst>
        </pc:spChg>
        <pc:spChg chg="mod">
          <ac:chgData name="Uppala, Kaavya" userId="6354c411-3fa1-4668-abab-fbf422b8012a" providerId="ADAL" clId="{EE2CD29D-9C75-46A2-9DE4-D2D856F4D1CB}" dt="2026-07-17T16:03:48.499" v="800" actId="948"/>
          <ac:spMkLst>
            <pc:docMk/>
            <pc:sldMk cId="0" sldId="257"/>
            <ac:spMk id="13841" creationId="{3A819790-B5D0-D6D4-33B1-ECBC94B0FDC5}"/>
          </ac:spMkLst>
        </pc:spChg>
        <pc:spChg chg="mod">
          <ac:chgData name="Uppala, Kaavya" userId="6354c411-3fa1-4668-abab-fbf422b8012a" providerId="ADAL" clId="{EE2CD29D-9C75-46A2-9DE4-D2D856F4D1CB}" dt="2026-07-17T18:49:11.274" v="1285" actId="114"/>
          <ac:spMkLst>
            <pc:docMk/>
            <pc:sldMk cId="0" sldId="257"/>
            <ac:spMk id="13850" creationId="{00000000-0000-0000-0000-000000000000}"/>
          </ac:spMkLst>
        </pc:spChg>
        <pc:spChg chg="mod">
          <ac:chgData name="Uppala, Kaavya" userId="6354c411-3fa1-4668-abab-fbf422b8012a" providerId="ADAL" clId="{EE2CD29D-9C75-46A2-9DE4-D2D856F4D1CB}" dt="2026-07-16T20:00:11.144" v="101" actId="1036"/>
          <ac:spMkLst>
            <pc:docMk/>
            <pc:sldMk cId="0" sldId="257"/>
            <ac:spMk id="13860" creationId="{FFF199EE-8234-A4DB-4726-A41AA55F5654}"/>
          </ac:spMkLst>
        </pc:spChg>
        <pc:picChg chg="add del mod">
          <ac:chgData name="Uppala, Kaavya" userId="6354c411-3fa1-4668-abab-fbf422b8012a" providerId="ADAL" clId="{EE2CD29D-9C75-46A2-9DE4-D2D856F4D1CB}" dt="2026-07-17T13:58:48.201" v="683" actId="478"/>
          <ac:picMkLst>
            <pc:docMk/>
            <pc:sldMk cId="0" sldId="257"/>
            <ac:picMk id="5" creationId="{35C7E1DC-3314-6120-48BF-D9B1B123F0E5}"/>
          </ac:picMkLst>
        </pc:picChg>
        <pc:picChg chg="add mod modCrop">
          <ac:chgData name="Uppala, Kaavya" userId="6354c411-3fa1-4668-abab-fbf422b8012a" providerId="ADAL" clId="{EE2CD29D-9C75-46A2-9DE4-D2D856F4D1CB}" dt="2026-07-17T16:25:20.121" v="1058" actId="1036"/>
          <ac:picMkLst>
            <pc:docMk/>
            <pc:sldMk cId="0" sldId="257"/>
            <ac:picMk id="7" creationId="{4BFB2578-0DEE-BE47-38BC-B6F5A627E07D}"/>
          </ac:picMkLst>
        </pc:picChg>
        <pc:picChg chg="add mod modCrop">
          <ac:chgData name="Uppala, Kaavya" userId="6354c411-3fa1-4668-abab-fbf422b8012a" providerId="ADAL" clId="{EE2CD29D-9C75-46A2-9DE4-D2D856F4D1CB}" dt="2026-07-17T16:25:20.121" v="1058" actId="1036"/>
          <ac:picMkLst>
            <pc:docMk/>
            <pc:sldMk cId="0" sldId="257"/>
            <ac:picMk id="9" creationId="{B85D6D5A-52B8-2FC1-DBA0-9EA30F9EA2D3}"/>
          </ac:picMkLst>
        </pc:picChg>
        <pc:picChg chg="del mod">
          <ac:chgData name="Uppala, Kaavya" userId="6354c411-3fa1-4668-abab-fbf422b8012a" providerId="ADAL" clId="{EE2CD29D-9C75-46A2-9DE4-D2D856F4D1CB}" dt="2026-07-17T15:59:40.041" v="749" actId="478"/>
          <ac:picMkLst>
            <pc:docMk/>
            <pc:sldMk cId="0" sldId="257"/>
            <ac:picMk id="50" creationId="{62EFE11F-E9A9-CF50-FB56-DBE84E9317B0}"/>
          </ac:picMkLst>
        </pc:picChg>
        <pc:picChg chg="del">
          <ac:chgData name="Uppala, Kaavya" userId="6354c411-3fa1-4668-abab-fbf422b8012a" providerId="ADAL" clId="{EE2CD29D-9C75-46A2-9DE4-D2D856F4D1CB}" dt="2026-07-17T13:57:30.434" v="676" actId="478"/>
          <ac:picMkLst>
            <pc:docMk/>
            <pc:sldMk cId="0" sldId="257"/>
            <ac:picMk id="52" creationId="{3FA72083-E88A-750A-923A-675C4E7436AC}"/>
          </ac:picMkLst>
        </pc:picChg>
        <pc:picChg chg="mod">
          <ac:chgData name="Uppala, Kaavya" userId="6354c411-3fa1-4668-abab-fbf422b8012a" providerId="ADAL" clId="{EE2CD29D-9C75-46A2-9DE4-D2D856F4D1CB}" dt="2026-07-16T20:00:17.282" v="102" actId="14100"/>
          <ac:picMkLst>
            <pc:docMk/>
            <pc:sldMk cId="0" sldId="257"/>
            <ac:picMk id="13844" creationId="{94561870-BCB9-1B6C-3AE7-0D3100BDA7B4}"/>
          </ac:picMkLst>
        </pc:picChg>
        <pc:picChg chg="mod">
          <ac:chgData name="Uppala, Kaavya" userId="6354c411-3fa1-4668-abab-fbf422b8012a" providerId="ADAL" clId="{EE2CD29D-9C75-46A2-9DE4-D2D856F4D1CB}" dt="2026-07-17T16:07:33.596" v="984" actId="1035"/>
          <ac:picMkLst>
            <pc:docMk/>
            <pc:sldMk cId="0" sldId="257"/>
            <ac:picMk id="13864" creationId="{50BE20DC-275A-A836-9364-6521418225F6}"/>
          </ac:picMkLst>
        </pc:picChg>
        <pc:picChg chg="mod">
          <ac:chgData name="Uppala, Kaavya" userId="6354c411-3fa1-4668-abab-fbf422b8012a" providerId="ADAL" clId="{EE2CD29D-9C75-46A2-9DE4-D2D856F4D1CB}" dt="2026-07-16T20:00:11.144" v="101" actId="1036"/>
          <ac:picMkLst>
            <pc:docMk/>
            <pc:sldMk cId="0" sldId="257"/>
            <ac:picMk id="13866" creationId="{38C69378-E59C-A6FC-502D-7AC47D7C6DFE}"/>
          </ac:picMkLst>
        </pc:picChg>
        <pc:picChg chg="mod">
          <ac:chgData name="Uppala, Kaavya" userId="6354c411-3fa1-4668-abab-fbf422b8012a" providerId="ADAL" clId="{EE2CD29D-9C75-46A2-9DE4-D2D856F4D1CB}" dt="2026-07-16T20:00:11.144" v="101" actId="1036"/>
          <ac:picMkLst>
            <pc:docMk/>
            <pc:sldMk cId="0" sldId="257"/>
            <ac:picMk id="13868" creationId="{C1024AD1-9930-6F56-2E90-BB3B9D9C3217}"/>
          </ac:picMkLst>
        </pc:picChg>
        <pc:extLst>
          <p:ext xmlns:p="http://schemas.openxmlformats.org/presentationml/2006/main" uri="{D6D511B9-2390-475A-947B-AFAB55BFBCF1}">
            <pc226:cmChg xmlns:pc226="http://schemas.microsoft.com/office/powerpoint/2022/06/main/command" chg="mod">
              <pc226:chgData name="Uppala, Kaavya" userId="6354c411-3fa1-4668-abab-fbf422b8012a" providerId="ADAL" clId="{EE2CD29D-9C75-46A2-9DE4-D2D856F4D1CB}" dt="2026-07-17T16:53:28.075" v="1158" actId="20577"/>
              <pc2:cmMkLst xmlns:pc2="http://schemas.microsoft.com/office/powerpoint/2019/9/main/command">
                <pc:docMk/>
                <pc:sldMk cId="0" sldId="257"/>
                <pc2:cmMk id="{BF57A305-CC54-4006-9D13-A4F91D65DF70}"/>
              </pc2:cmMkLst>
            </pc226:cmChg>
            <pc226:cmChg xmlns:pc226="http://schemas.microsoft.com/office/powerpoint/2022/06/main/command" chg="mod">
              <pc226:chgData name="Uppala, Kaavya" userId="6354c411-3fa1-4668-abab-fbf422b8012a" providerId="ADAL" clId="{EE2CD29D-9C75-46A2-9DE4-D2D856F4D1CB}" dt="2026-07-17T16:53:28.075" v="1158" actId="20577"/>
              <pc2:cmMkLst xmlns:pc2="http://schemas.microsoft.com/office/powerpoint/2019/9/main/command">
                <pc:docMk/>
                <pc:sldMk cId="0" sldId="257"/>
                <pc2:cmMk id="{34C799B1-10E8-42E8-8FF0-EA2E37E9F72E}"/>
              </pc2:cmMkLst>
            </pc226:cmChg>
            <pc226:cmChg xmlns:pc226="http://schemas.microsoft.com/office/powerpoint/2022/06/main/command" chg="mod">
              <pc226:chgData name="Uppala, Kaavya" userId="6354c411-3fa1-4668-abab-fbf422b8012a" providerId="ADAL" clId="{EE2CD29D-9C75-46A2-9DE4-D2D856F4D1CB}" dt="2026-07-17T18:51:08.790" v="1421" actId="20577"/>
              <pc2:cmMkLst xmlns:pc2="http://schemas.microsoft.com/office/powerpoint/2019/9/main/command">
                <pc:docMk/>
                <pc:sldMk cId="0" sldId="257"/>
                <pc2:cmMk id="{FE48F5BB-A59E-4AB0-82E5-A636CF64CDA6}"/>
              </pc2:cmMkLst>
            </pc226:cmChg>
          </p:ext>
        </pc:extLst>
      </pc:sldChg>
      <pc:sldChg chg="del">
        <pc:chgData name="Uppala, Kaavya" userId="6354c411-3fa1-4668-abab-fbf422b8012a" providerId="ADAL" clId="{EE2CD29D-9C75-46A2-9DE4-D2D856F4D1CB}" dt="2026-07-17T19:03:07.162" v="1422" actId="47"/>
        <pc:sldMkLst>
          <pc:docMk/>
          <pc:sldMk cId="3771936799" sldId="258"/>
        </pc:sldMkLst>
      </pc:sldChg>
      <pc:sldChg chg="addSp delSp modSp add del mod modShow modCm">
        <pc:chgData name="Uppala, Kaavya" userId="6354c411-3fa1-4668-abab-fbf422b8012a" providerId="ADAL" clId="{EE2CD29D-9C75-46A2-9DE4-D2D856F4D1CB}" dt="2026-07-16T21:12:21.963" v="261" actId="47"/>
        <pc:sldMkLst>
          <pc:docMk/>
          <pc:sldMk cId="2326992862" sldId="259"/>
        </pc:sldMkLst>
        <pc:spChg chg="add mod">
          <ac:chgData name="Uppala, Kaavya" userId="6354c411-3fa1-4668-abab-fbf422b8012a" providerId="ADAL" clId="{EE2CD29D-9C75-46A2-9DE4-D2D856F4D1CB}" dt="2026-07-16T20:42:47.642" v="195" actId="1038"/>
          <ac:spMkLst>
            <pc:docMk/>
            <pc:sldMk cId="2326992862" sldId="259"/>
            <ac:spMk id="3" creationId="{E55BB7A3-B2D2-3AB2-B0FF-CE605993EC2A}"/>
          </ac:spMkLst>
        </pc:spChg>
        <pc:spChg chg="add mod">
          <ac:chgData name="Uppala, Kaavya" userId="6354c411-3fa1-4668-abab-fbf422b8012a" providerId="ADAL" clId="{EE2CD29D-9C75-46A2-9DE4-D2D856F4D1CB}" dt="2026-07-16T20:45:36.357" v="223" actId="20577"/>
          <ac:spMkLst>
            <pc:docMk/>
            <pc:sldMk cId="2326992862" sldId="259"/>
            <ac:spMk id="5" creationId="{AF4B64D5-07A9-E0F4-2021-3A39FC7BDAD6}"/>
          </ac:spMkLst>
        </pc:spChg>
        <pc:spChg chg="add mod">
          <ac:chgData name="Uppala, Kaavya" userId="6354c411-3fa1-4668-abab-fbf422b8012a" providerId="ADAL" clId="{EE2CD29D-9C75-46A2-9DE4-D2D856F4D1CB}" dt="2026-07-16T20:39:19.212" v="134" actId="20577"/>
          <ac:spMkLst>
            <pc:docMk/>
            <pc:sldMk cId="2326992862" sldId="259"/>
            <ac:spMk id="8" creationId="{2CC5C141-7309-6CDB-8F6F-5DBF9C075333}"/>
          </ac:spMkLst>
        </pc:spChg>
        <pc:spChg chg="del">
          <ac:chgData name="Uppala, Kaavya" userId="6354c411-3fa1-4668-abab-fbf422b8012a" providerId="ADAL" clId="{EE2CD29D-9C75-46A2-9DE4-D2D856F4D1CB}" dt="2026-07-16T20:37:11.039" v="115" actId="21"/>
          <ac:spMkLst>
            <pc:docMk/>
            <pc:sldMk cId="2326992862" sldId="259"/>
            <ac:spMk id="11" creationId="{E55BB7A3-B2D2-3AB2-B0FF-CE605993EC2A}"/>
          </ac:spMkLst>
        </pc:spChg>
        <pc:spChg chg="mod">
          <ac:chgData name="Uppala, Kaavya" userId="6354c411-3fa1-4668-abab-fbf422b8012a" providerId="ADAL" clId="{EE2CD29D-9C75-46A2-9DE4-D2D856F4D1CB}" dt="2026-07-16T20:45:25.882" v="217" actId="20577"/>
          <ac:spMkLst>
            <pc:docMk/>
            <pc:sldMk cId="2326992862" sldId="259"/>
            <ac:spMk id="16" creationId="{0E6EE0C0-3910-DE4B-C63C-03A644D97A60}"/>
          </ac:spMkLst>
        </pc:spChg>
        <pc:spChg chg="mod">
          <ac:chgData name="Uppala, Kaavya" userId="6354c411-3fa1-4668-abab-fbf422b8012a" providerId="ADAL" clId="{EE2CD29D-9C75-46A2-9DE4-D2D856F4D1CB}" dt="2026-07-16T20:40:36.268" v="170" actId="1076"/>
          <ac:spMkLst>
            <pc:docMk/>
            <pc:sldMk cId="2326992862" sldId="259"/>
            <ac:spMk id="36" creationId="{F9B7A8F1-4B1B-9A49-DACE-9E4EBF52FF34}"/>
          </ac:spMkLst>
        </pc:spChg>
        <pc:spChg chg="mod">
          <ac:chgData name="Uppala, Kaavya" userId="6354c411-3fa1-4668-abab-fbf422b8012a" providerId="ADAL" clId="{EE2CD29D-9C75-46A2-9DE4-D2D856F4D1CB}" dt="2026-07-16T20:43:56.039" v="206" actId="1076"/>
          <ac:spMkLst>
            <pc:docMk/>
            <pc:sldMk cId="2326992862" sldId="259"/>
            <ac:spMk id="37" creationId="{1CCACEC7-6415-2ABA-EEAA-DE24928D7533}"/>
          </ac:spMkLst>
        </pc:spChg>
        <pc:spChg chg="mod">
          <ac:chgData name="Uppala, Kaavya" userId="6354c411-3fa1-4668-abab-fbf422b8012a" providerId="ADAL" clId="{EE2CD29D-9C75-46A2-9DE4-D2D856F4D1CB}" dt="2026-07-16T20:42:12.533" v="182" actId="1076"/>
          <ac:spMkLst>
            <pc:docMk/>
            <pc:sldMk cId="2326992862" sldId="259"/>
            <ac:spMk id="42" creationId="{7BDCD8D9-BB8F-E0D7-CDEB-A5478D2772A9}"/>
          </ac:spMkLst>
        </pc:spChg>
        <pc:spChg chg="mod">
          <ac:chgData name="Uppala, Kaavya" userId="6354c411-3fa1-4668-abab-fbf422b8012a" providerId="ADAL" clId="{EE2CD29D-9C75-46A2-9DE4-D2D856F4D1CB}" dt="2026-07-16T20:45:30.111" v="219" actId="20577"/>
          <ac:spMkLst>
            <pc:docMk/>
            <pc:sldMk cId="2326992862" sldId="259"/>
            <ac:spMk id="43" creationId="{A82F7529-3352-A3A0-2B56-3F26C667776D}"/>
          </ac:spMkLst>
        </pc:spChg>
        <pc:spChg chg="mod">
          <ac:chgData name="Uppala, Kaavya" userId="6354c411-3fa1-4668-abab-fbf422b8012a" providerId="ADAL" clId="{EE2CD29D-9C75-46A2-9DE4-D2D856F4D1CB}" dt="2026-07-16T21:09:23.551" v="260" actId="1037"/>
          <ac:spMkLst>
            <pc:docMk/>
            <pc:sldMk cId="2326992862" sldId="259"/>
            <ac:spMk id="45" creationId="{A47081E5-82FF-CB3D-8E1C-85A9569D151C}"/>
          </ac:spMkLst>
        </pc:spChg>
        <pc:spChg chg="mod">
          <ac:chgData name="Uppala, Kaavya" userId="6354c411-3fa1-4668-abab-fbf422b8012a" providerId="ADAL" clId="{EE2CD29D-9C75-46A2-9DE4-D2D856F4D1CB}" dt="2026-07-16T20:45:33.038" v="221" actId="20577"/>
          <ac:spMkLst>
            <pc:docMk/>
            <pc:sldMk cId="2326992862" sldId="259"/>
            <ac:spMk id="57" creationId="{55BE1B0F-87EC-B6CA-1F40-D7A9BFCDB0F0}"/>
          </ac:spMkLst>
        </pc:spChg>
        <pc:spChg chg="mod">
          <ac:chgData name="Uppala, Kaavya" userId="6354c411-3fa1-4668-abab-fbf422b8012a" providerId="ADAL" clId="{EE2CD29D-9C75-46A2-9DE4-D2D856F4D1CB}" dt="2026-07-16T20:41:49.949" v="180" actId="1076"/>
          <ac:spMkLst>
            <pc:docMk/>
            <pc:sldMk cId="2326992862" sldId="259"/>
            <ac:spMk id="59" creationId="{AC9A1DE0-B407-1E9E-E3D9-FB591C03F7B1}"/>
          </ac:spMkLst>
        </pc:spChg>
        <pc:spChg chg="mod">
          <ac:chgData name="Uppala, Kaavya" userId="6354c411-3fa1-4668-abab-fbf422b8012a" providerId="ADAL" clId="{EE2CD29D-9C75-46A2-9DE4-D2D856F4D1CB}" dt="2026-07-16T20:41:49.949" v="180" actId="1076"/>
          <ac:spMkLst>
            <pc:docMk/>
            <pc:sldMk cId="2326992862" sldId="259"/>
            <ac:spMk id="60" creationId="{E37A9B7B-01E3-D956-6095-83623A6905EC}"/>
          </ac:spMkLst>
        </pc:spChg>
        <pc:spChg chg="mod">
          <ac:chgData name="Uppala, Kaavya" userId="6354c411-3fa1-4668-abab-fbf422b8012a" providerId="ADAL" clId="{EE2CD29D-9C75-46A2-9DE4-D2D856F4D1CB}" dt="2026-07-16T20:45:12.286" v="215" actId="1076"/>
          <ac:spMkLst>
            <pc:docMk/>
            <pc:sldMk cId="2326992862" sldId="259"/>
            <ac:spMk id="13831" creationId="{7E187E0E-55A8-944E-67E1-CC900184D5F6}"/>
          </ac:spMkLst>
        </pc:spChg>
        <pc:spChg chg="mod">
          <ac:chgData name="Uppala, Kaavya" userId="6354c411-3fa1-4668-abab-fbf422b8012a" providerId="ADAL" clId="{EE2CD29D-9C75-46A2-9DE4-D2D856F4D1CB}" dt="2026-07-16T20:42:12.533" v="182" actId="1076"/>
          <ac:spMkLst>
            <pc:docMk/>
            <pc:sldMk cId="2326992862" sldId="259"/>
            <ac:spMk id="13834" creationId="{CF71C5DA-B458-67FF-6E45-272428575D44}"/>
          </ac:spMkLst>
        </pc:spChg>
        <pc:spChg chg="mod">
          <ac:chgData name="Uppala, Kaavya" userId="6354c411-3fa1-4668-abab-fbf422b8012a" providerId="ADAL" clId="{EE2CD29D-9C75-46A2-9DE4-D2D856F4D1CB}" dt="2026-07-16T20:44:57.386" v="213" actId="1076"/>
          <ac:spMkLst>
            <pc:docMk/>
            <pc:sldMk cId="2326992862" sldId="259"/>
            <ac:spMk id="13837" creationId="{5380FB68-A4ED-96AE-C3AB-B7565B3F11FB}"/>
          </ac:spMkLst>
        </pc:spChg>
        <pc:spChg chg="del">
          <ac:chgData name="Uppala, Kaavya" userId="6354c411-3fa1-4668-abab-fbf422b8012a" providerId="ADAL" clId="{EE2CD29D-9C75-46A2-9DE4-D2D856F4D1CB}" dt="2026-07-16T20:37:11.039" v="115" actId="21"/>
          <ac:spMkLst>
            <pc:docMk/>
            <pc:sldMk cId="2326992862" sldId="259"/>
            <ac:spMk id="13860" creationId="{AF4B64D5-07A9-E0F4-2021-3A39FC7BDAD6}"/>
          </ac:spMkLst>
        </pc:spChg>
        <pc:picChg chg="add mod">
          <ac:chgData name="Uppala, Kaavya" userId="6354c411-3fa1-4668-abab-fbf422b8012a" providerId="ADAL" clId="{EE2CD29D-9C75-46A2-9DE4-D2D856F4D1CB}" dt="2026-07-16T20:44:24.134" v="211" actId="1076"/>
          <ac:picMkLst>
            <pc:docMk/>
            <pc:sldMk cId="2326992862" sldId="259"/>
            <ac:picMk id="6" creationId="{EB33CC74-7F04-AE56-8D7E-46C96A5A598F}"/>
          </ac:picMkLst>
        </pc:picChg>
        <pc:picChg chg="add mod">
          <ac:chgData name="Uppala, Kaavya" userId="6354c411-3fa1-4668-abab-fbf422b8012a" providerId="ADAL" clId="{EE2CD29D-9C75-46A2-9DE4-D2D856F4D1CB}" dt="2026-07-16T21:02:47.767" v="258" actId="1038"/>
          <ac:picMkLst>
            <pc:docMk/>
            <pc:sldMk cId="2326992862" sldId="259"/>
            <ac:picMk id="7" creationId="{05415892-3F00-1C30-C850-66CE854D0CB5}"/>
          </ac:picMkLst>
        </pc:picChg>
        <pc:picChg chg="mod">
          <ac:chgData name="Uppala, Kaavya" userId="6354c411-3fa1-4668-abab-fbf422b8012a" providerId="ADAL" clId="{EE2CD29D-9C75-46A2-9DE4-D2D856F4D1CB}" dt="2026-07-16T20:58:46.688" v="248" actId="1037"/>
          <ac:picMkLst>
            <pc:docMk/>
            <pc:sldMk cId="2326992862" sldId="259"/>
            <ac:picMk id="24" creationId="{A9404BC4-F5E8-B5F2-012F-8C68C466FE6E}"/>
          </ac:picMkLst>
        </pc:picChg>
        <pc:picChg chg="mod">
          <ac:chgData name="Uppala, Kaavya" userId="6354c411-3fa1-4668-abab-fbf422b8012a" providerId="ADAL" clId="{EE2CD29D-9C75-46A2-9DE4-D2D856F4D1CB}" dt="2026-07-16T20:58:53.264" v="254" actId="1038"/>
          <ac:picMkLst>
            <pc:docMk/>
            <pc:sldMk cId="2326992862" sldId="259"/>
            <ac:picMk id="26" creationId="{703DA87C-44F8-B119-E818-C1F4F3B1D2E8}"/>
          </ac:picMkLst>
        </pc:picChg>
        <pc:picChg chg="mod">
          <ac:chgData name="Uppala, Kaavya" userId="6354c411-3fa1-4668-abab-fbf422b8012a" providerId="ADAL" clId="{EE2CD29D-9C75-46A2-9DE4-D2D856F4D1CB}" dt="2026-07-16T20:41:10.213" v="174" actId="1076"/>
          <ac:picMkLst>
            <pc:docMk/>
            <pc:sldMk cId="2326992862" sldId="259"/>
            <ac:picMk id="50" creationId="{2A136254-A1F2-AFD1-14E9-3B0D4CB5765A}"/>
          </ac:picMkLst>
        </pc:picChg>
        <pc:picChg chg="mod">
          <ac:chgData name="Uppala, Kaavya" userId="6354c411-3fa1-4668-abab-fbf422b8012a" providerId="ADAL" clId="{EE2CD29D-9C75-46A2-9DE4-D2D856F4D1CB}" dt="2026-07-16T20:41:39.775" v="179" actId="14100"/>
          <ac:picMkLst>
            <pc:docMk/>
            <pc:sldMk cId="2326992862" sldId="259"/>
            <ac:picMk id="52" creationId="{5CFB4590-FD84-078A-9704-63B4240525E4}"/>
          </ac:picMkLst>
        </pc:picChg>
        <pc:picChg chg="mod">
          <ac:chgData name="Uppala, Kaavya" userId="6354c411-3fa1-4668-abab-fbf422b8012a" providerId="ADAL" clId="{EE2CD29D-9C75-46A2-9DE4-D2D856F4D1CB}" dt="2026-07-16T20:43:21.521" v="202" actId="1037"/>
          <ac:picMkLst>
            <pc:docMk/>
            <pc:sldMk cId="2326992862" sldId="259"/>
            <ac:picMk id="13826" creationId="{0A181204-CA25-5DB2-28CC-07215C9DE859}"/>
          </ac:picMkLst>
        </pc:picChg>
        <pc:picChg chg="mod">
          <ac:chgData name="Uppala, Kaavya" userId="6354c411-3fa1-4668-abab-fbf422b8012a" providerId="ADAL" clId="{EE2CD29D-9C75-46A2-9DE4-D2D856F4D1CB}" dt="2026-07-16T20:43:12.388" v="197" actId="14100"/>
          <ac:picMkLst>
            <pc:docMk/>
            <pc:sldMk cId="2326992862" sldId="259"/>
            <ac:picMk id="13864" creationId="{8B249D96-8015-B787-7DCD-2E47D9BAA64A}"/>
          </ac:picMkLst>
        </pc:picChg>
        <pc:picChg chg="del">
          <ac:chgData name="Uppala, Kaavya" userId="6354c411-3fa1-4668-abab-fbf422b8012a" providerId="ADAL" clId="{EE2CD29D-9C75-46A2-9DE4-D2D856F4D1CB}" dt="2026-07-16T20:37:11.039" v="115" actId="21"/>
          <ac:picMkLst>
            <pc:docMk/>
            <pc:sldMk cId="2326992862" sldId="259"/>
            <ac:picMk id="13866" creationId="{EB33CC74-7F04-AE56-8D7E-46C96A5A598F}"/>
          </ac:picMkLst>
        </pc:picChg>
        <pc:picChg chg="del">
          <ac:chgData name="Uppala, Kaavya" userId="6354c411-3fa1-4668-abab-fbf422b8012a" providerId="ADAL" clId="{EE2CD29D-9C75-46A2-9DE4-D2D856F4D1CB}" dt="2026-07-16T20:37:11.039" v="115" actId="21"/>
          <ac:picMkLst>
            <pc:docMk/>
            <pc:sldMk cId="2326992862" sldId="259"/>
            <ac:picMk id="13868" creationId="{05415892-3F00-1C30-C850-66CE854D0CB5}"/>
          </ac:picMkLst>
        </pc:picChg>
        <pc:extLst>
          <p:ext xmlns:p="http://schemas.openxmlformats.org/presentationml/2006/main" uri="{D6D511B9-2390-475A-947B-AFAB55BFBCF1}">
            <pc226:cmChg xmlns:pc226="http://schemas.microsoft.com/office/powerpoint/2022/06/main/command" chg="mod">
              <pc226:chgData name="Uppala, Kaavya" userId="6354c411-3fa1-4668-abab-fbf422b8012a" providerId="ADAL" clId="{EE2CD29D-9C75-46A2-9DE4-D2D856F4D1CB}" dt="2026-07-16T20:45:33.038" v="221" actId="20577"/>
              <pc2:cmMkLst xmlns:pc2="http://schemas.microsoft.com/office/powerpoint/2019/9/main/command">
                <pc:docMk/>
                <pc:sldMk cId="2326992862" sldId="259"/>
                <pc2:cmMk id="{24E63752-FF57-4626-8723-6D158EACD3C3}"/>
              </pc2:cmMkLst>
            </pc226:cmChg>
            <pc226:cmChg xmlns:pc226="http://schemas.microsoft.com/office/powerpoint/2022/06/main/command" chg="mod">
              <pc226:chgData name="Uppala, Kaavya" userId="6354c411-3fa1-4668-abab-fbf422b8012a" providerId="ADAL" clId="{EE2CD29D-9C75-46A2-9DE4-D2D856F4D1CB}" dt="2026-07-16T20:45:36.357" v="223" actId="20577"/>
              <pc2:cmMkLst xmlns:pc2="http://schemas.microsoft.com/office/powerpoint/2019/9/main/command">
                <pc:docMk/>
                <pc:sldMk cId="2326992862" sldId="259"/>
                <pc2:cmMk id="{A8C3B6F0-5ABF-4EB2-91FF-110093E2F60D}"/>
              </pc2:cmMkLst>
            </pc226:cmChg>
          </p:ext>
        </pc:ext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169462" cy="47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58" tIns="48329" rIns="96658" bIns="48329" numCol="1" anchor="t" anchorCtr="0" compatLnSpc="1">
            <a:prstTxWarp prst="textNoShape">
              <a:avLst/>
            </a:prstTxWarp>
          </a:bodyPr>
          <a:lstStyle>
            <a:lvl1pPr algn="l" defTabSz="966555">
              <a:spcBef>
                <a:spcPct val="0"/>
              </a:spcBef>
              <a:buClrTx/>
              <a:buSzTx/>
              <a:defRPr sz="1200">
                <a:solidFill>
                  <a:schemeClr val="tx1"/>
                </a:solidFill>
                <a:cs typeface="Arial" charset="0"/>
              </a:defRPr>
            </a:lvl1pPr>
          </a:lstStyle>
          <a:p>
            <a:endParaRPr lang="en-US"/>
          </a:p>
        </p:txBody>
      </p:sp>
      <p:sp>
        <p:nvSpPr>
          <p:cNvPr id="15363" name="Rectangle 3"/>
          <p:cNvSpPr>
            <a:spLocks noGrp="1" noChangeArrowheads="1"/>
          </p:cNvSpPr>
          <p:nvPr>
            <p:ph type="dt" sz="quarter" idx="1"/>
          </p:nvPr>
        </p:nvSpPr>
        <p:spPr bwMode="auto">
          <a:xfrm>
            <a:off x="4144593" y="0"/>
            <a:ext cx="3169462" cy="47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58" tIns="48329" rIns="96658" bIns="48329" numCol="1" anchor="t" anchorCtr="0" compatLnSpc="1">
            <a:prstTxWarp prst="textNoShape">
              <a:avLst/>
            </a:prstTxWarp>
          </a:bodyPr>
          <a:lstStyle>
            <a:lvl1pPr algn="r" defTabSz="966555">
              <a:spcBef>
                <a:spcPct val="0"/>
              </a:spcBef>
              <a:buClrTx/>
              <a:buSzTx/>
              <a:defRPr sz="1200">
                <a:solidFill>
                  <a:schemeClr val="tx1"/>
                </a:solidFill>
                <a:cs typeface="Arial" charset="0"/>
              </a:defRPr>
            </a:lvl1pPr>
          </a:lstStyle>
          <a:p>
            <a:endParaRPr lang="en-US"/>
          </a:p>
        </p:txBody>
      </p:sp>
      <p:sp>
        <p:nvSpPr>
          <p:cNvPr id="15364" name="Rectangle 4"/>
          <p:cNvSpPr>
            <a:spLocks noGrp="1" noChangeArrowheads="1"/>
          </p:cNvSpPr>
          <p:nvPr>
            <p:ph type="ftr" sz="quarter" idx="2"/>
          </p:nvPr>
        </p:nvSpPr>
        <p:spPr bwMode="auto">
          <a:xfrm>
            <a:off x="0" y="9120165"/>
            <a:ext cx="3169462" cy="479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58" tIns="48329" rIns="96658" bIns="48329" numCol="1" anchor="b" anchorCtr="0" compatLnSpc="1">
            <a:prstTxWarp prst="textNoShape">
              <a:avLst/>
            </a:prstTxWarp>
          </a:bodyPr>
          <a:lstStyle>
            <a:lvl1pPr algn="l" defTabSz="966555">
              <a:spcBef>
                <a:spcPct val="0"/>
              </a:spcBef>
              <a:buClrTx/>
              <a:buSzTx/>
              <a:defRPr sz="1200">
                <a:solidFill>
                  <a:schemeClr val="tx1"/>
                </a:solidFill>
                <a:cs typeface="Arial" charset="0"/>
              </a:defRPr>
            </a:lvl1pPr>
          </a:lstStyle>
          <a:p>
            <a:endParaRPr lang="en-US"/>
          </a:p>
        </p:txBody>
      </p:sp>
      <p:sp>
        <p:nvSpPr>
          <p:cNvPr id="15365" name="Rectangle 5"/>
          <p:cNvSpPr>
            <a:spLocks noGrp="1" noChangeArrowheads="1"/>
          </p:cNvSpPr>
          <p:nvPr>
            <p:ph type="sldNum" sz="quarter" idx="3"/>
          </p:nvPr>
        </p:nvSpPr>
        <p:spPr bwMode="auto">
          <a:xfrm>
            <a:off x="4144593" y="9120165"/>
            <a:ext cx="3169462" cy="479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58" tIns="48329" rIns="96658" bIns="48329" numCol="1" anchor="b" anchorCtr="0" compatLnSpc="1">
            <a:prstTxWarp prst="textNoShape">
              <a:avLst/>
            </a:prstTxWarp>
          </a:bodyPr>
          <a:lstStyle>
            <a:lvl1pPr algn="r" defTabSz="966555">
              <a:spcBef>
                <a:spcPct val="0"/>
              </a:spcBef>
              <a:buClrTx/>
              <a:buSzTx/>
              <a:defRPr sz="1200">
                <a:solidFill>
                  <a:schemeClr val="tx1"/>
                </a:solidFill>
                <a:cs typeface="Arial" charset="0"/>
              </a:defRPr>
            </a:lvl1pPr>
          </a:lstStyle>
          <a:p>
            <a:fld id="{D22E0952-7410-4C9E-8B3B-F816B6FE379E}" type="slidenum">
              <a:rPr lang="en-US"/>
              <a:pPr/>
              <a:t>‹#›</a:t>
            </a:fld>
            <a:endParaRPr lang="en-US"/>
          </a:p>
        </p:txBody>
      </p:sp>
    </p:spTree>
    <p:extLst>
      <p:ext uri="{BB962C8B-B14F-4D97-AF65-F5344CB8AC3E}">
        <p14:creationId xmlns:p14="http://schemas.microsoft.com/office/powerpoint/2010/main" val="23575816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3169462"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058" tIns="30029" rIns="60058" bIns="30029" numCol="1" anchor="t" anchorCtr="0" compatLnSpc="1">
            <a:prstTxWarp prst="textNoShape">
              <a:avLst/>
            </a:prstTxWarp>
          </a:bodyPr>
          <a:lstStyle>
            <a:lvl1pPr algn="l">
              <a:spcBef>
                <a:spcPct val="0"/>
              </a:spcBef>
              <a:buClrTx/>
              <a:buSzTx/>
              <a:defRPr sz="800">
                <a:solidFill>
                  <a:schemeClr val="tx1"/>
                </a:solidFill>
                <a:cs typeface="Arial" charset="0"/>
              </a:defRPr>
            </a:lvl1pPr>
          </a:lstStyle>
          <a:p>
            <a:endParaRPr lang="en-US"/>
          </a:p>
        </p:txBody>
      </p:sp>
      <p:sp>
        <p:nvSpPr>
          <p:cNvPr id="32771" name="Rectangle 3"/>
          <p:cNvSpPr>
            <a:spLocks noGrp="1" noChangeArrowheads="1"/>
          </p:cNvSpPr>
          <p:nvPr>
            <p:ph type="dt" idx="1"/>
          </p:nvPr>
        </p:nvSpPr>
        <p:spPr bwMode="auto">
          <a:xfrm>
            <a:off x="4143447" y="0"/>
            <a:ext cx="3170608"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058" tIns="30029" rIns="60058" bIns="30029" numCol="1" anchor="t" anchorCtr="0" compatLnSpc="1">
            <a:prstTxWarp prst="textNoShape">
              <a:avLst/>
            </a:prstTxWarp>
          </a:bodyPr>
          <a:lstStyle>
            <a:lvl1pPr algn="r">
              <a:spcBef>
                <a:spcPct val="0"/>
              </a:spcBef>
              <a:buClrTx/>
              <a:buSzTx/>
              <a:defRPr sz="800">
                <a:solidFill>
                  <a:schemeClr val="tx1"/>
                </a:solidFill>
                <a:cs typeface="Arial" charset="0"/>
              </a:defRPr>
            </a:lvl1pPr>
          </a:lstStyle>
          <a:p>
            <a:endParaRPr lang="en-US"/>
          </a:p>
        </p:txBody>
      </p:sp>
      <p:sp>
        <p:nvSpPr>
          <p:cNvPr id="32772" name="Rectangle 4"/>
          <p:cNvSpPr>
            <a:spLocks noGrp="1" noRot="1" noChangeAspect="1" noChangeArrowheads="1" noTextEdit="1"/>
          </p:cNvSpPr>
          <p:nvPr>
            <p:ph type="sldImg" idx="2"/>
          </p:nvPr>
        </p:nvSpPr>
        <p:spPr bwMode="auto">
          <a:xfrm>
            <a:off x="1189038" y="720725"/>
            <a:ext cx="4937125" cy="36004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3" name="Rectangle 5"/>
          <p:cNvSpPr>
            <a:spLocks noGrp="1" noChangeArrowheads="1"/>
          </p:cNvSpPr>
          <p:nvPr>
            <p:ph type="body" sz="quarter" idx="3"/>
          </p:nvPr>
        </p:nvSpPr>
        <p:spPr bwMode="auto">
          <a:xfrm>
            <a:off x="731062" y="4560570"/>
            <a:ext cx="5853077" cy="4320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058" tIns="30029" rIns="60058" bIns="3002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774" name="Rectangle 6"/>
          <p:cNvSpPr>
            <a:spLocks noGrp="1" noChangeArrowheads="1"/>
          </p:cNvSpPr>
          <p:nvPr>
            <p:ph type="ftr" sz="quarter" idx="4"/>
          </p:nvPr>
        </p:nvSpPr>
        <p:spPr bwMode="auto">
          <a:xfrm>
            <a:off x="0" y="9119189"/>
            <a:ext cx="3169462"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058" tIns="30029" rIns="60058" bIns="30029" numCol="1" anchor="b" anchorCtr="0" compatLnSpc="1">
            <a:prstTxWarp prst="textNoShape">
              <a:avLst/>
            </a:prstTxWarp>
          </a:bodyPr>
          <a:lstStyle>
            <a:lvl1pPr algn="l">
              <a:spcBef>
                <a:spcPct val="0"/>
              </a:spcBef>
              <a:buClrTx/>
              <a:buSzTx/>
              <a:defRPr sz="800">
                <a:solidFill>
                  <a:schemeClr val="tx1"/>
                </a:solidFill>
                <a:cs typeface="Arial" charset="0"/>
              </a:defRPr>
            </a:lvl1pPr>
          </a:lstStyle>
          <a:p>
            <a:endParaRPr lang="en-US"/>
          </a:p>
        </p:txBody>
      </p:sp>
      <p:sp>
        <p:nvSpPr>
          <p:cNvPr id="32775" name="Rectangle 7"/>
          <p:cNvSpPr>
            <a:spLocks noGrp="1" noChangeArrowheads="1"/>
          </p:cNvSpPr>
          <p:nvPr>
            <p:ph type="sldNum" sz="quarter" idx="5"/>
          </p:nvPr>
        </p:nvSpPr>
        <p:spPr bwMode="auto">
          <a:xfrm>
            <a:off x="4143447" y="9119189"/>
            <a:ext cx="3170608"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058" tIns="30029" rIns="60058" bIns="30029" numCol="1" anchor="b" anchorCtr="0" compatLnSpc="1">
            <a:prstTxWarp prst="textNoShape">
              <a:avLst/>
            </a:prstTxWarp>
          </a:bodyPr>
          <a:lstStyle>
            <a:lvl1pPr algn="r">
              <a:spcBef>
                <a:spcPct val="0"/>
              </a:spcBef>
              <a:buClrTx/>
              <a:buSzTx/>
              <a:defRPr sz="800">
                <a:solidFill>
                  <a:schemeClr val="tx1"/>
                </a:solidFill>
                <a:cs typeface="Arial" charset="0"/>
              </a:defRPr>
            </a:lvl1pPr>
          </a:lstStyle>
          <a:p>
            <a:fld id="{F220029D-5830-4312-8A46-9BD94FFBAB52}" type="slidenum">
              <a:rPr lang="en-US"/>
              <a:pPr/>
              <a:t>‹#›</a:t>
            </a:fld>
            <a:endParaRPr lang="en-US"/>
          </a:p>
        </p:txBody>
      </p:sp>
    </p:spTree>
    <p:extLst>
      <p:ext uri="{BB962C8B-B14F-4D97-AF65-F5344CB8AC3E}">
        <p14:creationId xmlns:p14="http://schemas.microsoft.com/office/powerpoint/2010/main" val="248565251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03F709-9221-4ECC-903C-0EE240393156}" type="slidenum">
              <a:rPr lang="en-US"/>
              <a:pPr/>
              <a:t>1</a:t>
            </a:fld>
            <a:endParaRPr lang="en-US"/>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structions">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FE374FA7-4005-4FA7-AD81-C92F6EEC7E62}"/>
              </a:ext>
            </a:extLst>
          </p:cNvPr>
          <p:cNvSpPr/>
          <p:nvPr userDrawn="1"/>
        </p:nvSpPr>
        <p:spPr>
          <a:xfrm>
            <a:off x="-1" y="2670048"/>
            <a:ext cx="21945600" cy="13331952"/>
          </a:xfrm>
          <a:custGeom>
            <a:avLst/>
            <a:gdLst>
              <a:gd name="connsiteX0" fmla="*/ 0 w 21945600"/>
              <a:gd name="connsiteY0" fmla="*/ 0 h 13350240"/>
              <a:gd name="connsiteX1" fmla="*/ 476250 w 21945600"/>
              <a:gd name="connsiteY1" fmla="*/ 0 h 13350240"/>
              <a:gd name="connsiteX2" fmla="*/ 476250 w 21945600"/>
              <a:gd name="connsiteY2" fmla="*/ 12867640 h 13350240"/>
              <a:gd name="connsiteX3" fmla="*/ 21459826 w 21945600"/>
              <a:gd name="connsiteY3" fmla="*/ 12867640 h 13350240"/>
              <a:gd name="connsiteX4" fmla="*/ 21459826 w 21945600"/>
              <a:gd name="connsiteY4" fmla="*/ 0 h 13350240"/>
              <a:gd name="connsiteX5" fmla="*/ 21945600 w 21945600"/>
              <a:gd name="connsiteY5" fmla="*/ 0 h 13350240"/>
              <a:gd name="connsiteX6" fmla="*/ 21945600 w 21945600"/>
              <a:gd name="connsiteY6" fmla="*/ 13350240 h 13350240"/>
              <a:gd name="connsiteX7" fmla="*/ 0 w 21945600"/>
              <a:gd name="connsiteY7" fmla="*/ 13350240 h 13350240"/>
              <a:gd name="connsiteX8" fmla="*/ 0 w 21945600"/>
              <a:gd name="connsiteY8" fmla="*/ 0 h 1335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5600" h="13350240">
                <a:moveTo>
                  <a:pt x="0" y="0"/>
                </a:moveTo>
                <a:lnTo>
                  <a:pt x="476250" y="0"/>
                </a:lnTo>
                <a:lnTo>
                  <a:pt x="476250" y="12867640"/>
                </a:lnTo>
                <a:lnTo>
                  <a:pt x="21459826" y="12867640"/>
                </a:lnTo>
                <a:lnTo>
                  <a:pt x="21459826" y="0"/>
                </a:lnTo>
                <a:lnTo>
                  <a:pt x="21945600" y="0"/>
                </a:lnTo>
                <a:lnTo>
                  <a:pt x="21945600" y="13350240"/>
                </a:lnTo>
                <a:lnTo>
                  <a:pt x="0" y="13350240"/>
                </a:lnTo>
                <a:lnTo>
                  <a:pt x="0" y="0"/>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3B10340A-3CB2-8C48-977C-55A97D30C6B1}"/>
              </a:ext>
            </a:extLst>
          </p:cNvPr>
          <p:cNvSpPr/>
          <p:nvPr userDrawn="1"/>
        </p:nvSpPr>
        <p:spPr>
          <a:xfrm>
            <a:off x="476250" y="609600"/>
            <a:ext cx="20983574" cy="14909800"/>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238B8B4B-D76A-624B-8D4E-36EC42507116}"/>
              </a:ext>
            </a:extLst>
          </p:cNvPr>
          <p:cNvCxnSpPr>
            <a:cxnSpLocks/>
          </p:cNvCxnSpPr>
          <p:nvPr userDrawn="1"/>
        </p:nvCxnSpPr>
        <p:spPr bwMode="auto">
          <a:xfrm flipH="1">
            <a:off x="3594248" y="14980196"/>
            <a:ext cx="934209" cy="454550"/>
          </a:xfrm>
          <a:prstGeom prst="straightConnector1">
            <a:avLst/>
          </a:prstGeom>
          <a:solidFill>
            <a:schemeClr val="tx2"/>
          </a:solidFill>
          <a:ln w="50800" cap="flat" cmpd="sng" algn="ctr">
            <a:solidFill>
              <a:schemeClr val="accent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3">
            <a:extLst>
              <a:ext uri="{FF2B5EF4-FFF2-40B4-BE49-F238E27FC236}">
                <a16:creationId xmlns:a16="http://schemas.microsoft.com/office/drawing/2014/main" id="{9A4D3E08-1F6A-2340-B600-66FB8BDAE342}"/>
              </a:ext>
            </a:extLst>
          </p:cNvPr>
          <p:cNvSpPr txBox="1"/>
          <p:nvPr userDrawn="1"/>
        </p:nvSpPr>
        <p:spPr>
          <a:xfrm>
            <a:off x="4561532" y="14272310"/>
            <a:ext cx="4289860" cy="892552"/>
          </a:xfrm>
          <a:prstGeom prst="rect">
            <a:avLst/>
          </a:prstGeom>
          <a:noFill/>
        </p:spPr>
        <p:txBody>
          <a:bodyPr wrap="square" rtlCol="0">
            <a:spAutoFit/>
          </a:bodyPr>
          <a:lstStyle/>
          <a:p>
            <a:pPr algn="l"/>
            <a:r>
              <a:rPr lang="en-US" sz="2600" dirty="0">
                <a:solidFill>
                  <a:schemeClr val="tx1"/>
                </a:solidFill>
                <a:latin typeface="+mn-lt"/>
              </a:rPr>
              <a:t>Copyright belongs in bottom left hand corner.</a:t>
            </a:r>
          </a:p>
        </p:txBody>
      </p:sp>
      <p:sp>
        <p:nvSpPr>
          <p:cNvPr id="17" name="TextBox 16">
            <a:extLst>
              <a:ext uri="{FF2B5EF4-FFF2-40B4-BE49-F238E27FC236}">
                <a16:creationId xmlns:a16="http://schemas.microsoft.com/office/drawing/2014/main" id="{FC4D2EA9-0F0F-4848-A796-3BB9AC4EF940}"/>
              </a:ext>
            </a:extLst>
          </p:cNvPr>
          <p:cNvSpPr txBox="1"/>
          <p:nvPr userDrawn="1"/>
        </p:nvSpPr>
        <p:spPr>
          <a:xfrm>
            <a:off x="4114800" y="609599"/>
            <a:ext cx="13716000" cy="1243584"/>
          </a:xfrm>
          <a:prstGeom prst="rect">
            <a:avLst/>
          </a:prstGeom>
          <a:noFill/>
          <a:ln>
            <a:solidFill>
              <a:schemeClr val="accent2"/>
            </a:solidFill>
          </a:ln>
        </p:spPr>
        <p:txBody>
          <a:bodyPr wrap="square" lIns="91440" tIns="0" rIns="91440" bIns="91440" rtlCol="0">
            <a:spAutoFit/>
          </a:bodyPr>
          <a:lstStyle/>
          <a:p>
            <a:pPr algn="ctr">
              <a:lnSpc>
                <a:spcPct val="90000"/>
              </a:lnSpc>
              <a:buClrTx/>
              <a:buSzTx/>
            </a:pPr>
            <a:r>
              <a:rPr lang="en-US" altLang="en-US" sz="4000" b="1" dirty="0">
                <a:solidFill>
                  <a:schemeClr val="bg1"/>
                </a:solidFill>
              </a:rPr>
              <a:t>Poster Title Goes Here Poster Title Goes Here </a:t>
            </a:r>
            <a:br>
              <a:rPr lang="en-US" altLang="en-US" sz="4000" b="1" dirty="0">
                <a:solidFill>
                  <a:schemeClr val="bg1"/>
                </a:solidFill>
              </a:rPr>
            </a:br>
            <a:r>
              <a:rPr lang="en-US" altLang="en-US" sz="4000" b="1" dirty="0">
                <a:solidFill>
                  <a:schemeClr val="bg1"/>
                </a:solidFill>
              </a:rPr>
              <a:t>Poster Title Goes Here</a:t>
            </a:r>
          </a:p>
        </p:txBody>
      </p:sp>
      <p:sp>
        <p:nvSpPr>
          <p:cNvPr id="25" name="TextBox 24">
            <a:extLst>
              <a:ext uri="{FF2B5EF4-FFF2-40B4-BE49-F238E27FC236}">
                <a16:creationId xmlns:a16="http://schemas.microsoft.com/office/drawing/2014/main" id="{3B43B7EB-34AC-40F1-BBD0-D564C48C7714}"/>
              </a:ext>
            </a:extLst>
          </p:cNvPr>
          <p:cNvSpPr txBox="1"/>
          <p:nvPr userDrawn="1"/>
        </p:nvSpPr>
        <p:spPr>
          <a:xfrm>
            <a:off x="4114800" y="1864740"/>
            <a:ext cx="13716000" cy="783210"/>
          </a:xfrm>
          <a:prstGeom prst="rect">
            <a:avLst/>
          </a:prstGeom>
          <a:noFill/>
          <a:ln>
            <a:solidFill>
              <a:schemeClr val="accent2"/>
            </a:solidFill>
          </a:ln>
        </p:spPr>
        <p:txBody>
          <a:bodyPr wrap="square" bIns="182880" rtlCol="0">
            <a:noAutofit/>
          </a:bodyPr>
          <a:lstStyle/>
          <a:p>
            <a:pPr algn="ctr">
              <a:lnSpc>
                <a:spcPct val="90000"/>
              </a:lnSpc>
              <a:buClrTx/>
              <a:buSzTx/>
            </a:pPr>
            <a:r>
              <a:rPr lang="en-US" altLang="en-US" sz="1600" b="1" dirty="0">
                <a:solidFill>
                  <a:schemeClr val="bg1"/>
                </a:solidFill>
              </a:rPr>
              <a:t>Click to edit author/affiliation area</a:t>
            </a:r>
          </a:p>
        </p:txBody>
      </p:sp>
      <p:sp>
        <p:nvSpPr>
          <p:cNvPr id="31" name="Rectangle 30">
            <a:extLst>
              <a:ext uri="{FF2B5EF4-FFF2-40B4-BE49-F238E27FC236}">
                <a16:creationId xmlns:a16="http://schemas.microsoft.com/office/drawing/2014/main" id="{17C3E066-2B7E-417E-B212-EF6FED998B3D}"/>
              </a:ext>
            </a:extLst>
          </p:cNvPr>
          <p:cNvSpPr/>
          <p:nvPr userDrawn="1"/>
        </p:nvSpPr>
        <p:spPr>
          <a:xfrm>
            <a:off x="7461352" y="3220290"/>
            <a:ext cx="7022896" cy="5453801"/>
          </a:xfrm>
          <a:prstGeom prst="rect">
            <a:avLst/>
          </a:prstGeom>
        </p:spPr>
        <p:txBody>
          <a:bodyPr wrap="square">
            <a:spAutoFit/>
          </a:bodyPr>
          <a:lstStyle/>
          <a:p>
            <a:pPr algn="l"/>
            <a:r>
              <a:rPr lang="en-US" sz="2600" b="1" dirty="0">
                <a:solidFill>
                  <a:schemeClr val="tx1"/>
                </a:solidFill>
                <a:latin typeface="+mn-lt"/>
              </a:rPr>
              <a:t>Poster Header (Brand Safe Area): </a:t>
            </a:r>
            <a:br>
              <a:rPr lang="en-US" sz="2600" b="1" dirty="0">
                <a:solidFill>
                  <a:schemeClr val="tx1"/>
                </a:solidFill>
                <a:latin typeface="+mn-lt"/>
              </a:rPr>
            </a:br>
            <a:r>
              <a:rPr lang="en-US" sz="2600" dirty="0">
                <a:solidFill>
                  <a:schemeClr val="tx1"/>
                </a:solidFill>
                <a:latin typeface="+mn-lt"/>
              </a:rPr>
              <a:t>The banner/header should ONLY contain the Mayo Clinic logo, title and author/affiliation text. Title/author text boxes may be stretched left and right to fit copy but should not move vertically. No other logos, photos, images, patterns or art are allowed within this area. </a:t>
            </a:r>
          </a:p>
          <a:p>
            <a:pPr algn="l"/>
            <a:endParaRPr lang="en-US" sz="2600" dirty="0">
              <a:solidFill>
                <a:schemeClr val="tx1"/>
              </a:solidFill>
              <a:latin typeface="+mn-lt"/>
            </a:endParaRPr>
          </a:p>
          <a:p>
            <a:pPr algn="l"/>
            <a:r>
              <a:rPr lang="en-US" sz="2600" b="1" i="0" dirty="0">
                <a:solidFill>
                  <a:schemeClr val="tx1"/>
                </a:solidFill>
                <a:latin typeface="+mn-lt"/>
              </a:rPr>
              <a:t>Poster Body: </a:t>
            </a:r>
            <a:r>
              <a:rPr lang="en-US" sz="2600" dirty="0">
                <a:solidFill>
                  <a:schemeClr val="tx1"/>
                </a:solidFill>
                <a:latin typeface="+mn-lt"/>
              </a:rPr>
              <a:t>Your text, figures, tables and graphs should appear within this area. View guides to see the required border space. No photos, illustrations, patterns or graphics are allowed in the background of the poster.</a:t>
            </a:r>
          </a:p>
        </p:txBody>
      </p:sp>
      <p:sp>
        <p:nvSpPr>
          <p:cNvPr id="32" name="TextBox 31">
            <a:extLst>
              <a:ext uri="{FF2B5EF4-FFF2-40B4-BE49-F238E27FC236}">
                <a16:creationId xmlns:a16="http://schemas.microsoft.com/office/drawing/2014/main" id="{8AD441B4-4CB4-4FDA-90C8-35B4036131E9}"/>
              </a:ext>
            </a:extLst>
          </p:cNvPr>
          <p:cNvSpPr txBox="1"/>
          <p:nvPr userDrawn="1"/>
        </p:nvSpPr>
        <p:spPr>
          <a:xfrm>
            <a:off x="11447018" y="12555516"/>
            <a:ext cx="7279894" cy="1692771"/>
          </a:xfrm>
          <a:prstGeom prst="rect">
            <a:avLst/>
          </a:prstGeom>
          <a:noFill/>
        </p:spPr>
        <p:txBody>
          <a:bodyPr wrap="square" rtlCol="0">
            <a:spAutoFit/>
          </a:bodyPr>
          <a:lstStyle/>
          <a:p>
            <a:pPr algn="l"/>
            <a:r>
              <a:rPr lang="en-US" sz="2600" dirty="0">
                <a:solidFill>
                  <a:schemeClr val="tx1"/>
                </a:solidFill>
                <a:latin typeface="+mn-lt"/>
              </a:rPr>
              <a:t>Affiliate/Partner Logos: A logo representing another non-Mayo listed contributing affiliation or partner may be placed in the bottom right corner within yellow guideline spaces.</a:t>
            </a:r>
          </a:p>
        </p:txBody>
      </p:sp>
      <p:sp>
        <p:nvSpPr>
          <p:cNvPr id="33" name="TextBox 32">
            <a:extLst>
              <a:ext uri="{FF2B5EF4-FFF2-40B4-BE49-F238E27FC236}">
                <a16:creationId xmlns:a16="http://schemas.microsoft.com/office/drawing/2014/main" id="{BD3C3CDE-83FE-4670-81A5-F9A0E4948E96}"/>
              </a:ext>
            </a:extLst>
          </p:cNvPr>
          <p:cNvSpPr txBox="1"/>
          <p:nvPr userDrawn="1"/>
        </p:nvSpPr>
        <p:spPr>
          <a:xfrm>
            <a:off x="6102352" y="9934776"/>
            <a:ext cx="9740896" cy="646331"/>
          </a:xfrm>
          <a:prstGeom prst="rect">
            <a:avLst/>
          </a:prstGeom>
          <a:noFill/>
        </p:spPr>
        <p:txBody>
          <a:bodyPr wrap="square" rtlCol="0">
            <a:spAutoFit/>
          </a:bodyPr>
          <a:lstStyle/>
          <a:p>
            <a:pPr algn="ctr"/>
            <a:r>
              <a:rPr lang="en-US" sz="3600" b="1" dirty="0">
                <a:solidFill>
                  <a:srgbClr val="FF0000"/>
                </a:solidFill>
                <a:latin typeface="+mn-lt"/>
              </a:rPr>
              <a:t>THIS TEMPLATE IS HALF SIZE</a:t>
            </a:r>
          </a:p>
        </p:txBody>
      </p:sp>
      <p:sp>
        <p:nvSpPr>
          <p:cNvPr id="34" name="Rectangle 33">
            <a:extLst>
              <a:ext uri="{FF2B5EF4-FFF2-40B4-BE49-F238E27FC236}">
                <a16:creationId xmlns:a16="http://schemas.microsoft.com/office/drawing/2014/main" id="{9878509B-63E9-412B-9AF5-756AAB529E0E}"/>
              </a:ext>
            </a:extLst>
          </p:cNvPr>
          <p:cNvSpPr>
            <a:spLocks noChangeAspect="1"/>
          </p:cNvSpPr>
          <p:nvPr userDrawn="1"/>
        </p:nvSpPr>
        <p:spPr bwMode="auto">
          <a:xfrm>
            <a:off x="20410039" y="14468300"/>
            <a:ext cx="1049786" cy="1051560"/>
          </a:xfrm>
          <a:prstGeom prst="rect">
            <a:avLst/>
          </a:prstGeom>
          <a:noFill/>
          <a:ln w="76200">
            <a:solidFill>
              <a:schemeClr val="accent3"/>
            </a:solidFill>
          </a:ln>
        </p:spPr>
        <p:style>
          <a:lnRef idx="2">
            <a:schemeClr val="accent1"/>
          </a:lnRef>
          <a:fillRef idx="1">
            <a:schemeClr val="lt1"/>
          </a:fillRef>
          <a:effectRef idx="0">
            <a:schemeClr val="accent1"/>
          </a:effectRef>
          <a:fontRef idx="minor">
            <a:schemeClr val="dk1"/>
          </a:fontRef>
        </p:style>
        <p:txBody>
          <a:bodyPr vert="horz" wrap="square" lIns="137160" tIns="137160" rIns="137160" bIns="137160" numCol="1" rtlCol="0" anchor="t" anchorCtr="0" compatLnSpc="1">
            <a:prstTxWarp prst="textNoShape">
              <a:avLst/>
            </a:prstTxWarp>
            <a:spAutoFit/>
          </a:bodyPr>
          <a:lstStyle/>
          <a:p>
            <a:pPr marL="0" marR="0" indent="0" algn="l" defTabSz="3370263" rtl="0" eaLnBrk="1" fontAlgn="base" latinLnBrk="0" hangingPunct="1">
              <a:lnSpc>
                <a:spcPct val="100000"/>
              </a:lnSpc>
              <a:spcBef>
                <a:spcPct val="0"/>
              </a:spcBef>
              <a:spcAft>
                <a:spcPct val="0"/>
              </a:spcAft>
              <a:buClrTx/>
              <a:buSzTx/>
              <a:buFontTx/>
              <a:buNone/>
              <a:tabLst/>
            </a:pPr>
            <a:endParaRPr kumimoji="0" lang="en-US" sz="6600" b="0" i="0" u="none" strike="noStrike" cap="none" normalizeH="0" baseline="0">
              <a:ln>
                <a:noFill/>
              </a:ln>
              <a:solidFill>
                <a:schemeClr val="tx1"/>
              </a:solidFill>
              <a:effectLst/>
              <a:latin typeface="Arial" charset="0"/>
              <a:cs typeface="Arial" charset="0"/>
            </a:endParaRPr>
          </a:p>
        </p:txBody>
      </p:sp>
      <p:sp>
        <p:nvSpPr>
          <p:cNvPr id="35" name="Rectangle 34">
            <a:extLst>
              <a:ext uri="{FF2B5EF4-FFF2-40B4-BE49-F238E27FC236}">
                <a16:creationId xmlns:a16="http://schemas.microsoft.com/office/drawing/2014/main" id="{7C6777DA-03DA-4B07-ACC6-1686A826C905}"/>
              </a:ext>
            </a:extLst>
          </p:cNvPr>
          <p:cNvSpPr>
            <a:spLocks noChangeAspect="1"/>
          </p:cNvSpPr>
          <p:nvPr userDrawn="1"/>
        </p:nvSpPr>
        <p:spPr bwMode="auto">
          <a:xfrm>
            <a:off x="19383344" y="14468300"/>
            <a:ext cx="1049786" cy="1051560"/>
          </a:xfrm>
          <a:prstGeom prst="rect">
            <a:avLst/>
          </a:prstGeom>
          <a:noFill/>
          <a:ln w="76200">
            <a:solidFill>
              <a:schemeClr val="accent3"/>
            </a:solidFill>
          </a:ln>
        </p:spPr>
        <p:style>
          <a:lnRef idx="2">
            <a:schemeClr val="accent1"/>
          </a:lnRef>
          <a:fillRef idx="1">
            <a:schemeClr val="lt1"/>
          </a:fillRef>
          <a:effectRef idx="0">
            <a:schemeClr val="accent1"/>
          </a:effectRef>
          <a:fontRef idx="minor">
            <a:schemeClr val="dk1"/>
          </a:fontRef>
        </p:style>
        <p:txBody>
          <a:bodyPr vert="horz" wrap="square" lIns="137160" tIns="137160" rIns="137160" bIns="137160" numCol="1" rtlCol="0" anchor="t" anchorCtr="0" compatLnSpc="1">
            <a:prstTxWarp prst="textNoShape">
              <a:avLst/>
            </a:prstTxWarp>
            <a:spAutoFit/>
          </a:bodyPr>
          <a:lstStyle/>
          <a:p>
            <a:pPr marL="0" marR="0" indent="0" algn="l" defTabSz="3370263" rtl="0" eaLnBrk="1" fontAlgn="base" latinLnBrk="0" hangingPunct="1">
              <a:lnSpc>
                <a:spcPct val="100000"/>
              </a:lnSpc>
              <a:spcBef>
                <a:spcPct val="0"/>
              </a:spcBef>
              <a:spcAft>
                <a:spcPct val="0"/>
              </a:spcAft>
              <a:buClrTx/>
              <a:buSzTx/>
              <a:buFontTx/>
              <a:buNone/>
              <a:tabLst/>
            </a:pPr>
            <a:endParaRPr kumimoji="0" lang="en-US" sz="6600" b="0" i="0" u="none" strike="noStrike" cap="none" normalizeH="0" baseline="0">
              <a:ln>
                <a:noFill/>
              </a:ln>
              <a:solidFill>
                <a:schemeClr val="tx1"/>
              </a:solidFill>
              <a:effectLst/>
              <a:latin typeface="Arial" charset="0"/>
              <a:cs typeface="Arial" charset="0"/>
            </a:endParaRPr>
          </a:p>
        </p:txBody>
      </p:sp>
      <p:sp>
        <p:nvSpPr>
          <p:cNvPr id="36" name="Rectangle 35">
            <a:extLst>
              <a:ext uri="{FF2B5EF4-FFF2-40B4-BE49-F238E27FC236}">
                <a16:creationId xmlns:a16="http://schemas.microsoft.com/office/drawing/2014/main" id="{F2E27978-E973-4C4F-A1D7-F0EC4F4B3ED3}"/>
              </a:ext>
            </a:extLst>
          </p:cNvPr>
          <p:cNvSpPr>
            <a:spLocks noChangeAspect="1"/>
          </p:cNvSpPr>
          <p:nvPr userDrawn="1"/>
        </p:nvSpPr>
        <p:spPr bwMode="auto">
          <a:xfrm>
            <a:off x="18347024" y="14468300"/>
            <a:ext cx="1049786" cy="1051560"/>
          </a:xfrm>
          <a:prstGeom prst="rect">
            <a:avLst/>
          </a:prstGeom>
          <a:noFill/>
          <a:ln w="76200">
            <a:solidFill>
              <a:schemeClr val="accent3"/>
            </a:solidFill>
          </a:ln>
        </p:spPr>
        <p:style>
          <a:lnRef idx="2">
            <a:schemeClr val="accent1"/>
          </a:lnRef>
          <a:fillRef idx="1">
            <a:schemeClr val="lt1"/>
          </a:fillRef>
          <a:effectRef idx="0">
            <a:schemeClr val="accent1"/>
          </a:effectRef>
          <a:fontRef idx="minor">
            <a:schemeClr val="dk1"/>
          </a:fontRef>
        </p:style>
        <p:txBody>
          <a:bodyPr vert="horz" wrap="square" lIns="137160" tIns="137160" rIns="137160" bIns="137160" numCol="1" rtlCol="0" anchor="t" anchorCtr="0" compatLnSpc="1">
            <a:prstTxWarp prst="textNoShape">
              <a:avLst/>
            </a:prstTxWarp>
            <a:spAutoFit/>
          </a:bodyPr>
          <a:lstStyle/>
          <a:p>
            <a:pPr marL="0" marR="0" indent="0" algn="l" defTabSz="3370263" rtl="0" eaLnBrk="1" fontAlgn="base" latinLnBrk="0" hangingPunct="1">
              <a:lnSpc>
                <a:spcPct val="100000"/>
              </a:lnSpc>
              <a:spcBef>
                <a:spcPct val="0"/>
              </a:spcBef>
              <a:spcAft>
                <a:spcPct val="0"/>
              </a:spcAft>
              <a:buClrTx/>
              <a:buSzTx/>
              <a:buFontTx/>
              <a:buNone/>
              <a:tabLst/>
            </a:pPr>
            <a:endParaRPr kumimoji="0" lang="en-US" sz="6600" b="0" i="0" u="none" strike="noStrike" cap="none" normalizeH="0" baseline="0">
              <a:ln>
                <a:noFill/>
              </a:ln>
              <a:solidFill>
                <a:schemeClr val="tx1"/>
              </a:solidFill>
              <a:effectLst/>
              <a:latin typeface="Arial" charset="0"/>
              <a:cs typeface="Arial" charset="0"/>
            </a:endParaRPr>
          </a:p>
        </p:txBody>
      </p:sp>
      <p:sp>
        <p:nvSpPr>
          <p:cNvPr id="37" name="Freeform: Shape 36">
            <a:extLst>
              <a:ext uri="{FF2B5EF4-FFF2-40B4-BE49-F238E27FC236}">
                <a16:creationId xmlns:a16="http://schemas.microsoft.com/office/drawing/2014/main" id="{E84208F4-9C1B-492F-AA48-BEB2AEFEF030}"/>
              </a:ext>
            </a:extLst>
          </p:cNvPr>
          <p:cNvSpPr/>
          <p:nvPr userDrawn="1"/>
        </p:nvSpPr>
        <p:spPr>
          <a:xfrm>
            <a:off x="17263872" y="14063472"/>
            <a:ext cx="930752" cy="810768"/>
          </a:xfrm>
          <a:custGeom>
            <a:avLst/>
            <a:gdLst>
              <a:gd name="connsiteX0" fmla="*/ 0 w 914400"/>
              <a:gd name="connsiteY0" fmla="*/ 0 h 457200"/>
              <a:gd name="connsiteX1" fmla="*/ 914400 w 914400"/>
              <a:gd name="connsiteY1" fmla="*/ 457200 h 457200"/>
            </a:gdLst>
            <a:ahLst/>
            <a:cxnLst>
              <a:cxn ang="0">
                <a:pos x="connsiteX0" y="connsiteY0"/>
              </a:cxn>
              <a:cxn ang="0">
                <a:pos x="connsiteX1" y="connsiteY1"/>
              </a:cxn>
            </a:cxnLst>
            <a:rect l="l" t="t" r="r" b="b"/>
            <a:pathLst>
              <a:path w="914400" h="457200">
                <a:moveTo>
                  <a:pt x="0" y="0"/>
                </a:moveTo>
                <a:lnTo>
                  <a:pt x="914400" y="457200"/>
                </a:lnTo>
              </a:path>
            </a:pathLst>
          </a:custGeom>
          <a:solidFill>
            <a:schemeClr val="tx2"/>
          </a:solidFill>
          <a:ln w="50800" cap="flat" cmpd="sng" algn="ctr">
            <a:solidFill>
              <a:schemeClr val="accent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a:p>
        </p:txBody>
      </p:sp>
      <p:sp>
        <p:nvSpPr>
          <p:cNvPr id="38" name="TextBox 37">
            <a:extLst>
              <a:ext uri="{FF2B5EF4-FFF2-40B4-BE49-F238E27FC236}">
                <a16:creationId xmlns:a16="http://schemas.microsoft.com/office/drawing/2014/main" id="{67305307-0585-4DE3-BB4F-AB43D958B49F}"/>
              </a:ext>
            </a:extLst>
          </p:cNvPr>
          <p:cNvSpPr txBox="1"/>
          <p:nvPr userDrawn="1"/>
        </p:nvSpPr>
        <p:spPr>
          <a:xfrm>
            <a:off x="1685413" y="10973308"/>
            <a:ext cx="6042741" cy="169277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600" dirty="0">
                <a:solidFill>
                  <a:schemeClr val="tx1"/>
                </a:solidFill>
                <a:latin typeface="+mn-lt"/>
              </a:rPr>
              <a:t>Content may NOT go outside the border guide or it may be trimmed off. (Go to the </a:t>
            </a:r>
            <a:r>
              <a:rPr lang="en-US" sz="2600" b="1" dirty="0">
                <a:solidFill>
                  <a:schemeClr val="tx1"/>
                </a:solidFill>
                <a:latin typeface="+mn-lt"/>
              </a:rPr>
              <a:t>View</a:t>
            </a:r>
            <a:r>
              <a:rPr lang="en-US" sz="2600" dirty="0">
                <a:solidFill>
                  <a:schemeClr val="tx1"/>
                </a:solidFill>
                <a:latin typeface="+mn-lt"/>
              </a:rPr>
              <a:t> tab and check the </a:t>
            </a:r>
            <a:r>
              <a:rPr lang="en-US" sz="2600" b="1" dirty="0">
                <a:solidFill>
                  <a:schemeClr val="tx1"/>
                </a:solidFill>
                <a:latin typeface="+mn-lt"/>
              </a:rPr>
              <a:t>Guides</a:t>
            </a:r>
            <a:r>
              <a:rPr lang="en-US" sz="2600" dirty="0">
                <a:solidFill>
                  <a:schemeClr val="tx1"/>
                </a:solidFill>
                <a:latin typeface="+mn-lt"/>
              </a:rPr>
              <a:t> box to see the guide).</a:t>
            </a:r>
          </a:p>
        </p:txBody>
      </p:sp>
      <p:sp>
        <p:nvSpPr>
          <p:cNvPr id="39" name="Freeform: Shape 38">
            <a:extLst>
              <a:ext uri="{FF2B5EF4-FFF2-40B4-BE49-F238E27FC236}">
                <a16:creationId xmlns:a16="http://schemas.microsoft.com/office/drawing/2014/main" id="{A56AA5A8-805A-4874-8F78-B2D3C40217E4}"/>
              </a:ext>
            </a:extLst>
          </p:cNvPr>
          <p:cNvSpPr/>
          <p:nvPr userDrawn="1"/>
        </p:nvSpPr>
        <p:spPr>
          <a:xfrm>
            <a:off x="560439" y="11267767"/>
            <a:ext cx="1002890" cy="0"/>
          </a:xfrm>
          <a:custGeom>
            <a:avLst/>
            <a:gdLst>
              <a:gd name="connsiteX0" fmla="*/ 1002890 w 1002890"/>
              <a:gd name="connsiteY0" fmla="*/ 0 h 0"/>
              <a:gd name="connsiteX1" fmla="*/ 0 w 1002890"/>
              <a:gd name="connsiteY1" fmla="*/ 0 h 0"/>
            </a:gdLst>
            <a:ahLst/>
            <a:cxnLst>
              <a:cxn ang="0">
                <a:pos x="connsiteX0" y="connsiteY0"/>
              </a:cxn>
              <a:cxn ang="0">
                <a:pos x="connsiteX1" y="connsiteY1"/>
              </a:cxn>
            </a:cxnLst>
            <a:rect l="l" t="t" r="r" b="b"/>
            <a:pathLst>
              <a:path w="1002890">
                <a:moveTo>
                  <a:pt x="1002890" y="0"/>
                </a:moveTo>
                <a:lnTo>
                  <a:pt x="0" y="0"/>
                </a:lnTo>
              </a:path>
            </a:pathLst>
          </a:custGeom>
          <a:solidFill>
            <a:schemeClr val="tx2"/>
          </a:solidFill>
          <a:ln w="50800" cap="flat" cmpd="sng" algn="ctr">
            <a:solidFill>
              <a:schemeClr val="accent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lvl="0" algn="ctr"/>
            <a:endParaRPr lang="en-US"/>
          </a:p>
        </p:txBody>
      </p:sp>
      <p:sp>
        <p:nvSpPr>
          <p:cNvPr id="40" name="Rectangle 39">
            <a:extLst>
              <a:ext uri="{FF2B5EF4-FFF2-40B4-BE49-F238E27FC236}">
                <a16:creationId xmlns:a16="http://schemas.microsoft.com/office/drawing/2014/main" id="{A23E61D3-0147-4355-A0A6-1E73BB22665E}"/>
              </a:ext>
            </a:extLst>
          </p:cNvPr>
          <p:cNvSpPr/>
          <p:nvPr userDrawn="1"/>
        </p:nvSpPr>
        <p:spPr>
          <a:xfrm>
            <a:off x="845005" y="3768218"/>
            <a:ext cx="5771342" cy="4534535"/>
          </a:xfrm>
          <a:prstGeom prst="rect">
            <a:avLst/>
          </a:prstGeom>
          <a:solidFill>
            <a:schemeClr val="accent3">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nchorCtr="0"/>
          <a:lstStyle/>
          <a:p>
            <a:pPr lvl="2" algn="l"/>
            <a:r>
              <a:rPr lang="en-US" sz="2600" b="1" dirty="0">
                <a:solidFill>
                  <a:srgbClr val="FF0000"/>
                </a:solidFill>
                <a:latin typeface="+mn-lt"/>
              </a:rPr>
              <a:t>3 TEMPLATE OPTIONS</a:t>
            </a:r>
          </a:p>
          <a:p>
            <a:pPr lvl="2" algn="l"/>
            <a:r>
              <a:rPr lang="en-US" sz="2600" dirty="0">
                <a:solidFill>
                  <a:schemeClr val="tx1"/>
                </a:solidFill>
                <a:latin typeface="+mn-lt"/>
              </a:rPr>
              <a:t>p2 – Blue Banner</a:t>
            </a:r>
          </a:p>
          <a:p>
            <a:pPr lvl="2" algn="l"/>
            <a:r>
              <a:rPr lang="en-US" sz="2600" dirty="0">
                <a:solidFill>
                  <a:schemeClr val="tx1"/>
                </a:solidFill>
                <a:latin typeface="+mn-lt"/>
              </a:rPr>
              <a:t>p3 – Blue Border</a:t>
            </a:r>
          </a:p>
          <a:p>
            <a:pPr lvl="2" algn="l"/>
            <a:r>
              <a:rPr lang="en-US" sz="2600" dirty="0">
                <a:solidFill>
                  <a:schemeClr val="tx1"/>
                </a:solidFill>
                <a:latin typeface="+mn-lt"/>
              </a:rPr>
              <a:t>p4 – Blue “Better Poster”</a:t>
            </a:r>
          </a:p>
          <a:p>
            <a:pPr algn="ctr"/>
            <a:endParaRPr lang="en-US" sz="2600" dirty="0">
              <a:latin typeface="+mn-lt"/>
            </a:endParaRPr>
          </a:p>
          <a:p>
            <a:pPr algn="ctr"/>
            <a:r>
              <a:rPr lang="en-US" sz="2600" b="1" dirty="0">
                <a:solidFill>
                  <a:srgbClr val="FF0000"/>
                </a:solidFill>
                <a:latin typeface="+mn-lt"/>
              </a:rPr>
              <a:t>DELETE UNUSED PAGES </a:t>
            </a:r>
            <a:br>
              <a:rPr lang="en-US" sz="2600" b="1" dirty="0">
                <a:solidFill>
                  <a:srgbClr val="FF0000"/>
                </a:solidFill>
                <a:latin typeface="+mn-lt"/>
              </a:rPr>
            </a:br>
            <a:r>
              <a:rPr lang="en-US" sz="2600" dirty="0">
                <a:solidFill>
                  <a:schemeClr val="tx1"/>
                </a:solidFill>
                <a:latin typeface="+mn-lt"/>
              </a:rPr>
              <a:t>before submitting for print </a:t>
            </a:r>
            <a:br>
              <a:rPr lang="en-US" sz="2600" dirty="0">
                <a:solidFill>
                  <a:schemeClr val="tx1"/>
                </a:solidFill>
                <a:latin typeface="+mn-lt"/>
              </a:rPr>
            </a:br>
            <a:r>
              <a:rPr lang="en-US" sz="2600" dirty="0">
                <a:solidFill>
                  <a:schemeClr val="tx1"/>
                </a:solidFill>
                <a:latin typeface="+mn-lt"/>
              </a:rPr>
              <a:t>or saving a PDF</a:t>
            </a:r>
          </a:p>
        </p:txBody>
      </p:sp>
      <p:sp>
        <p:nvSpPr>
          <p:cNvPr id="41" name="Rectangle 40">
            <a:extLst>
              <a:ext uri="{FF2B5EF4-FFF2-40B4-BE49-F238E27FC236}">
                <a16:creationId xmlns:a16="http://schemas.microsoft.com/office/drawing/2014/main" id="{1FB0CAC6-0D38-47EF-83AA-7F15E2645B43}"/>
              </a:ext>
            </a:extLst>
          </p:cNvPr>
          <p:cNvSpPr/>
          <p:nvPr userDrawn="1"/>
        </p:nvSpPr>
        <p:spPr>
          <a:xfrm>
            <a:off x="15329253" y="3768218"/>
            <a:ext cx="5771342" cy="4534535"/>
          </a:xfrm>
          <a:prstGeom prst="rect">
            <a:avLst/>
          </a:prstGeom>
          <a:solidFill>
            <a:schemeClr val="accent3">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nchorCtr="0"/>
          <a:lstStyle/>
          <a:p>
            <a:pPr algn="ctr"/>
            <a:r>
              <a:rPr lang="en-US" sz="2600" b="1" dirty="0">
                <a:solidFill>
                  <a:srgbClr val="FF0000"/>
                </a:solidFill>
                <a:latin typeface="+mn-lt"/>
              </a:rPr>
              <a:t>TO AVOID</a:t>
            </a:r>
          </a:p>
          <a:p>
            <a:pPr algn="ctr"/>
            <a:r>
              <a:rPr lang="en-US" sz="2600" b="1" dirty="0">
                <a:solidFill>
                  <a:srgbClr val="FF0000"/>
                </a:solidFill>
                <a:latin typeface="+mn-lt"/>
              </a:rPr>
              <a:t>RE-DESIGN CHARGES</a:t>
            </a:r>
          </a:p>
          <a:p>
            <a:pPr algn="ctr"/>
            <a:endParaRPr lang="en-US" sz="2600" b="1" dirty="0">
              <a:solidFill>
                <a:srgbClr val="FF0000"/>
              </a:solidFill>
              <a:latin typeface="+mn-lt"/>
            </a:endParaRPr>
          </a:p>
          <a:p>
            <a:pPr algn="ctr"/>
            <a:r>
              <a:rPr lang="en-US" sz="2600" b="1" dirty="0">
                <a:solidFill>
                  <a:schemeClr val="tx1"/>
                </a:solidFill>
                <a:latin typeface="+mn-lt"/>
              </a:rPr>
              <a:t>follow these</a:t>
            </a:r>
            <a:endParaRPr lang="en-US" sz="2600" dirty="0">
              <a:solidFill>
                <a:schemeClr val="tx1"/>
              </a:solidFill>
              <a:latin typeface="+mn-lt"/>
            </a:endParaRPr>
          </a:p>
        </p:txBody>
      </p:sp>
      <p:sp>
        <p:nvSpPr>
          <p:cNvPr id="42" name="TextBox 41">
            <a:extLst>
              <a:ext uri="{FF2B5EF4-FFF2-40B4-BE49-F238E27FC236}">
                <a16:creationId xmlns:a16="http://schemas.microsoft.com/office/drawing/2014/main" id="{BA867F3C-5E6F-4EB9-86FF-88AE61E3A709}"/>
              </a:ext>
            </a:extLst>
          </p:cNvPr>
          <p:cNvSpPr txBox="1"/>
          <p:nvPr userDrawn="1"/>
        </p:nvSpPr>
        <p:spPr>
          <a:xfrm>
            <a:off x="17739361" y="672965"/>
            <a:ext cx="3701414" cy="892552"/>
          </a:xfrm>
          <a:prstGeom prst="rect">
            <a:avLst/>
          </a:prstGeom>
          <a:noFill/>
        </p:spPr>
        <p:txBody>
          <a:bodyPr wrap="square" rtlCol="0">
            <a:spAutoFit/>
          </a:bodyPr>
          <a:lstStyle/>
          <a:p>
            <a:pPr algn="r"/>
            <a:r>
              <a:rPr lang="en-US" sz="2600" b="1" dirty="0">
                <a:solidFill>
                  <a:schemeClr val="accent3"/>
                </a:solidFill>
              </a:rPr>
              <a:t>NO IMAGES OR ART IN THIS AREA</a:t>
            </a:r>
          </a:p>
        </p:txBody>
      </p:sp>
      <p:sp>
        <p:nvSpPr>
          <p:cNvPr id="43" name="TextBox 42">
            <a:extLst>
              <a:ext uri="{FF2B5EF4-FFF2-40B4-BE49-F238E27FC236}">
                <a16:creationId xmlns:a16="http://schemas.microsoft.com/office/drawing/2014/main" id="{5ED6A953-26B0-4236-BFAB-CAF7EFE627BB}"/>
              </a:ext>
            </a:extLst>
          </p:cNvPr>
          <p:cNvSpPr txBox="1"/>
          <p:nvPr userDrawn="1"/>
        </p:nvSpPr>
        <p:spPr>
          <a:xfrm>
            <a:off x="17211837" y="2064774"/>
            <a:ext cx="4274223" cy="449826"/>
          </a:xfrm>
          <a:prstGeom prst="rect">
            <a:avLst/>
          </a:prstGeom>
          <a:noFill/>
          <a:ln w="28575">
            <a:noFill/>
          </a:ln>
        </p:spPr>
        <p:txBody>
          <a:bodyPr wrap="square" tIns="91440" bIns="91440" rtlCol="0" anchor="b" anchorCtr="0">
            <a:noAutofit/>
          </a:bodyPr>
          <a:lstStyle>
            <a:defPPr>
              <a:defRPr lang="en-US"/>
            </a:defPPr>
            <a:lvl1pPr algn="ctr">
              <a:defRPr sz="1600" b="1">
                <a:solidFill>
                  <a:schemeClr val="bg2"/>
                </a:solidFill>
              </a:defRPr>
            </a:lvl1pPr>
          </a:lstStyle>
          <a:p>
            <a:pPr lvl="0" algn="r"/>
            <a:r>
              <a:rPr lang="en-US" dirty="0">
                <a:solidFill>
                  <a:schemeClr val="bg1"/>
                </a:solidFill>
              </a:rPr>
              <a:t>Conference/Poster # (if applicable)</a:t>
            </a:r>
          </a:p>
        </p:txBody>
      </p:sp>
    </p:spTree>
    <p:extLst>
      <p:ext uri="{BB962C8B-B14F-4D97-AF65-F5344CB8AC3E}">
        <p14:creationId xmlns:p14="http://schemas.microsoft.com/office/powerpoint/2010/main" val="1230767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nner">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FED068DC-A6B4-8546-9572-665003B1DEC6}"/>
              </a:ext>
            </a:extLst>
          </p:cNvPr>
          <p:cNvSpPr>
            <a:spLocks noGrp="1"/>
          </p:cNvSpPr>
          <p:nvPr>
            <p:ph type="body" sz="quarter" idx="12"/>
          </p:nvPr>
        </p:nvSpPr>
        <p:spPr>
          <a:xfrm>
            <a:off x="4114800" y="614200"/>
            <a:ext cx="13716000" cy="1243584"/>
          </a:xfrm>
          <a:prstGeom prst="rect">
            <a:avLst/>
          </a:prstGeom>
        </p:spPr>
        <p:txBody>
          <a:bodyPr lIns="91440" tIns="0" rIns="91440" bIns="91440" anchor="t" anchorCtr="0"/>
          <a:lstStyle>
            <a:lvl1pPr marL="0" indent="0" algn="ctr">
              <a:spcBef>
                <a:spcPts val="0"/>
              </a:spcBef>
              <a:buNone/>
              <a:defRPr sz="4000" b="1"/>
            </a:lvl1pPr>
            <a:lvl2pPr marL="457200" indent="0">
              <a:buNone/>
              <a:defRPr sz="4000" b="1"/>
            </a:lvl2pPr>
            <a:lvl3pPr marL="914400" indent="0">
              <a:buNone/>
              <a:defRPr sz="4000" b="1"/>
            </a:lvl3pPr>
            <a:lvl4pPr marL="1371600" indent="0">
              <a:buNone/>
              <a:defRPr sz="4000" b="1"/>
            </a:lvl4pPr>
            <a:lvl5pPr marL="1828800" indent="0">
              <a:buNone/>
              <a:defRPr sz="4000" b="1"/>
            </a:lvl5pPr>
          </a:lstStyle>
          <a:p>
            <a:pPr lvl="0">
              <a:buClrTx/>
              <a:buSzTx/>
            </a:pPr>
            <a:r>
              <a:rPr lang="en-US" altLang="en-US" dirty="0">
                <a:solidFill>
                  <a:schemeClr val="bg1"/>
                </a:solidFill>
              </a:rPr>
              <a:t>Click to edit Master text styles</a:t>
            </a:r>
          </a:p>
        </p:txBody>
      </p:sp>
      <p:sp>
        <p:nvSpPr>
          <p:cNvPr id="6" name="Text Placeholder 14">
            <a:extLst>
              <a:ext uri="{FF2B5EF4-FFF2-40B4-BE49-F238E27FC236}">
                <a16:creationId xmlns:a16="http://schemas.microsoft.com/office/drawing/2014/main" id="{F209687C-B39B-6946-A8A3-E2AC12A5D40B}"/>
              </a:ext>
            </a:extLst>
          </p:cNvPr>
          <p:cNvSpPr>
            <a:spLocks noGrp="1"/>
          </p:cNvSpPr>
          <p:nvPr>
            <p:ph type="body" sz="quarter" idx="10" hasCustomPrompt="1"/>
          </p:nvPr>
        </p:nvSpPr>
        <p:spPr>
          <a:xfrm>
            <a:off x="4114800" y="1868569"/>
            <a:ext cx="13716000" cy="777240"/>
          </a:xfrm>
          <a:prstGeom prst="rect">
            <a:avLst/>
          </a:prstGeom>
        </p:spPr>
        <p:txBody>
          <a:bodyPr lIns="91440" bIns="182880" anchor="t" anchorCtr="0"/>
          <a:lstStyle>
            <a:lvl1pPr marL="0" indent="0" algn="ctr">
              <a:lnSpc>
                <a:spcPct val="110000"/>
              </a:lnSpc>
              <a:spcBef>
                <a:spcPts val="0"/>
              </a:spcBef>
              <a:buNone/>
              <a:defRPr sz="1600" b="1">
                <a:solidFill>
                  <a:schemeClr val="bg1"/>
                </a:solidFill>
              </a:defRPr>
            </a:lvl1pPr>
          </a:lstStyle>
          <a:p>
            <a:pPr lvl="0"/>
            <a:r>
              <a:rPr lang="en-US" dirty="0"/>
              <a:t>Click to edit author/affiliation area</a:t>
            </a:r>
          </a:p>
        </p:txBody>
      </p:sp>
    </p:spTree>
    <p:extLst>
      <p:ext uri="{BB962C8B-B14F-4D97-AF65-F5344CB8AC3E}">
        <p14:creationId xmlns:p14="http://schemas.microsoft.com/office/powerpoint/2010/main" val="575805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order">
    <p:bg>
      <p:bgPr>
        <a:solidFill>
          <a:schemeClr val="accent1"/>
        </a:solidFill>
        <a:effectLst/>
      </p:bgPr>
    </p:bg>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FED068DC-A6B4-8546-9572-665003B1DEC6}"/>
              </a:ext>
            </a:extLst>
          </p:cNvPr>
          <p:cNvSpPr>
            <a:spLocks noGrp="1"/>
          </p:cNvSpPr>
          <p:nvPr>
            <p:ph type="body" sz="quarter" idx="12"/>
          </p:nvPr>
        </p:nvSpPr>
        <p:spPr>
          <a:xfrm>
            <a:off x="4114800" y="614200"/>
            <a:ext cx="13716000" cy="1243584"/>
          </a:xfrm>
          <a:prstGeom prst="rect">
            <a:avLst/>
          </a:prstGeom>
        </p:spPr>
        <p:txBody>
          <a:bodyPr lIns="91440" tIns="0" bIns="91440" anchor="t" anchorCtr="0"/>
          <a:lstStyle>
            <a:lvl1pPr marL="0" indent="0" algn="ctr">
              <a:spcBef>
                <a:spcPts val="0"/>
              </a:spcBef>
              <a:buNone/>
              <a:defRPr sz="4000" b="1">
                <a:solidFill>
                  <a:schemeClr val="bg1"/>
                </a:solidFill>
              </a:defRPr>
            </a:lvl1pPr>
            <a:lvl2pPr marL="457200" indent="0">
              <a:buNone/>
              <a:defRPr sz="4000" b="1"/>
            </a:lvl2pPr>
            <a:lvl3pPr marL="914400" indent="0">
              <a:buNone/>
              <a:defRPr sz="4000" b="1"/>
            </a:lvl3pPr>
            <a:lvl4pPr marL="1371600" indent="0">
              <a:buNone/>
              <a:defRPr sz="4000" b="1"/>
            </a:lvl4pPr>
            <a:lvl5pPr marL="1828800" indent="0">
              <a:buNone/>
              <a:defRPr sz="4000" b="1"/>
            </a:lvl5pPr>
          </a:lstStyle>
          <a:p>
            <a:pPr lvl="0">
              <a:buClrTx/>
              <a:buSzTx/>
            </a:pPr>
            <a:r>
              <a:rPr lang="en-US" altLang="en-US" dirty="0">
                <a:solidFill>
                  <a:schemeClr val="bg1"/>
                </a:solidFill>
              </a:rPr>
              <a:t>Click to edit Master text styles</a:t>
            </a:r>
          </a:p>
        </p:txBody>
      </p:sp>
      <p:sp>
        <p:nvSpPr>
          <p:cNvPr id="6" name="Text Placeholder 14">
            <a:extLst>
              <a:ext uri="{FF2B5EF4-FFF2-40B4-BE49-F238E27FC236}">
                <a16:creationId xmlns:a16="http://schemas.microsoft.com/office/drawing/2014/main" id="{F209687C-B39B-6946-A8A3-E2AC12A5D40B}"/>
              </a:ext>
            </a:extLst>
          </p:cNvPr>
          <p:cNvSpPr>
            <a:spLocks noGrp="1"/>
          </p:cNvSpPr>
          <p:nvPr>
            <p:ph type="body" sz="quarter" idx="10" hasCustomPrompt="1"/>
          </p:nvPr>
        </p:nvSpPr>
        <p:spPr>
          <a:xfrm>
            <a:off x="4114800" y="1868569"/>
            <a:ext cx="13716000" cy="782711"/>
          </a:xfrm>
          <a:prstGeom prst="rect">
            <a:avLst/>
          </a:prstGeom>
        </p:spPr>
        <p:txBody>
          <a:bodyPr lIns="91440" bIns="182880" anchor="t" anchorCtr="0"/>
          <a:lstStyle>
            <a:lvl1pPr marL="0" indent="0" algn="ctr">
              <a:lnSpc>
                <a:spcPct val="110000"/>
              </a:lnSpc>
              <a:spcBef>
                <a:spcPts val="0"/>
              </a:spcBef>
              <a:buNone/>
              <a:defRPr sz="1600" b="1">
                <a:solidFill>
                  <a:schemeClr val="bg1"/>
                </a:solidFill>
              </a:defRPr>
            </a:lvl1pPr>
          </a:lstStyle>
          <a:p>
            <a:pPr lvl="0"/>
            <a:r>
              <a:rPr lang="en-US" dirty="0"/>
              <a:t>Click to edit author/affiliation area</a:t>
            </a:r>
          </a:p>
        </p:txBody>
      </p:sp>
      <p:sp>
        <p:nvSpPr>
          <p:cNvPr id="4" name="Rectangle 3">
            <a:extLst>
              <a:ext uri="{FF2B5EF4-FFF2-40B4-BE49-F238E27FC236}">
                <a16:creationId xmlns:a16="http://schemas.microsoft.com/office/drawing/2014/main" id="{9096818D-E71B-4ABC-8391-4AF934085280}"/>
              </a:ext>
            </a:extLst>
          </p:cNvPr>
          <p:cNvSpPr/>
          <p:nvPr userDrawn="1"/>
        </p:nvSpPr>
        <p:spPr>
          <a:xfrm>
            <a:off x="685800" y="2670048"/>
            <a:ext cx="20574000" cy="12637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Box 544">
            <a:extLst>
              <a:ext uri="{FF2B5EF4-FFF2-40B4-BE49-F238E27FC236}">
                <a16:creationId xmlns:a16="http://schemas.microsoft.com/office/drawing/2014/main" id="{DFD7B0D5-5741-45E8-9E58-54DA9D29C9C8}"/>
              </a:ext>
            </a:extLst>
          </p:cNvPr>
          <p:cNvSpPr txBox="1">
            <a:spLocks noChangeArrowheads="1"/>
          </p:cNvSpPr>
          <p:nvPr userDrawn="1"/>
        </p:nvSpPr>
        <p:spPr bwMode="auto">
          <a:xfrm>
            <a:off x="685800" y="15384804"/>
            <a:ext cx="3648449" cy="236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oAutofit/>
          </a:bodyPr>
          <a:lstStyle>
            <a:lvl1pPr defTabSz="3370263">
              <a:defRPr>
                <a:solidFill>
                  <a:schemeClr val="tx1"/>
                </a:solidFill>
                <a:latin typeface="Arial" charset="0"/>
                <a:cs typeface="Arial" charset="0"/>
              </a:defRPr>
            </a:lvl1pPr>
            <a:lvl2pPr defTabSz="3370263">
              <a:defRPr>
                <a:solidFill>
                  <a:schemeClr val="tx1"/>
                </a:solidFill>
                <a:latin typeface="Arial" charset="0"/>
                <a:cs typeface="Arial" charset="0"/>
              </a:defRPr>
            </a:lvl2pPr>
            <a:lvl3pPr defTabSz="3370263">
              <a:defRPr>
                <a:solidFill>
                  <a:schemeClr val="tx1"/>
                </a:solidFill>
                <a:latin typeface="Arial" charset="0"/>
                <a:cs typeface="Arial" charset="0"/>
              </a:defRPr>
            </a:lvl3pPr>
            <a:lvl4pPr defTabSz="3370263">
              <a:defRPr>
                <a:solidFill>
                  <a:schemeClr val="tx1"/>
                </a:solidFill>
                <a:latin typeface="Arial" charset="0"/>
                <a:cs typeface="Arial" charset="0"/>
              </a:defRPr>
            </a:lvl4pPr>
            <a:lvl5pPr defTabSz="3370263">
              <a:defRPr>
                <a:solidFill>
                  <a:schemeClr val="tx1"/>
                </a:solidFill>
                <a:latin typeface="Arial" charset="0"/>
                <a:cs typeface="Arial" charset="0"/>
              </a:defRPr>
            </a:lvl5pPr>
            <a:lvl6pPr defTabSz="3370263" fontAlgn="base">
              <a:spcBef>
                <a:spcPct val="0"/>
              </a:spcBef>
              <a:spcAft>
                <a:spcPct val="0"/>
              </a:spcAft>
              <a:defRPr>
                <a:solidFill>
                  <a:schemeClr val="tx1"/>
                </a:solidFill>
                <a:latin typeface="Arial" charset="0"/>
                <a:cs typeface="Arial" charset="0"/>
              </a:defRPr>
            </a:lvl6pPr>
            <a:lvl7pPr defTabSz="3370263" fontAlgn="base">
              <a:spcBef>
                <a:spcPct val="0"/>
              </a:spcBef>
              <a:spcAft>
                <a:spcPct val="0"/>
              </a:spcAft>
              <a:defRPr>
                <a:solidFill>
                  <a:schemeClr val="tx1"/>
                </a:solidFill>
                <a:latin typeface="Arial" charset="0"/>
                <a:cs typeface="Arial" charset="0"/>
              </a:defRPr>
            </a:lvl7pPr>
            <a:lvl8pPr defTabSz="3370263" fontAlgn="base">
              <a:spcBef>
                <a:spcPct val="0"/>
              </a:spcBef>
              <a:spcAft>
                <a:spcPct val="0"/>
              </a:spcAft>
              <a:defRPr>
                <a:solidFill>
                  <a:schemeClr val="tx1"/>
                </a:solidFill>
                <a:latin typeface="Arial" charset="0"/>
                <a:cs typeface="Arial" charset="0"/>
              </a:defRPr>
            </a:lvl8pPr>
            <a:lvl9pPr defTabSz="3370263" fontAlgn="base">
              <a:spcBef>
                <a:spcPct val="0"/>
              </a:spcBef>
              <a:spcAft>
                <a:spcPct val="0"/>
              </a:spcAft>
              <a:defRPr>
                <a:solidFill>
                  <a:schemeClr val="tx1"/>
                </a:solidFill>
                <a:latin typeface="Arial" charset="0"/>
                <a:cs typeface="Arial" charset="0"/>
              </a:defRPr>
            </a:lvl9pPr>
          </a:lstStyle>
          <a:p>
            <a:pPr algn="l">
              <a:lnSpc>
                <a:spcPct val="90000"/>
              </a:lnSpc>
              <a:spcBef>
                <a:spcPts val="0"/>
              </a:spcBef>
            </a:pPr>
            <a:r>
              <a:rPr lang="en-US" sz="800" b="1" dirty="0">
                <a:solidFill>
                  <a:schemeClr val="bg1"/>
                </a:solidFill>
                <a:sym typeface="Symbol" pitchFamily="18" charset="2"/>
              </a:rPr>
              <a:t>©</a:t>
            </a:r>
            <a:fld id="{5884FAFD-40E6-443D-AD8B-BFF8B0AE239F}" type="datetimeyyyy">
              <a:rPr lang="en-US" sz="800" b="1" smtClean="0">
                <a:solidFill>
                  <a:schemeClr val="bg1"/>
                </a:solidFill>
                <a:sym typeface="Symbol" pitchFamily="18" charset="2"/>
              </a:rPr>
              <a:t>2026</a:t>
            </a:fld>
            <a:r>
              <a:rPr lang="en-US" sz="800" b="1" dirty="0">
                <a:solidFill>
                  <a:schemeClr val="bg1"/>
                </a:solidFill>
                <a:sym typeface="Symbol" pitchFamily="18" charset="2"/>
              </a:rPr>
              <a:t> Mayo Foundation for Medical Education and Research</a:t>
            </a:r>
          </a:p>
        </p:txBody>
      </p:sp>
      <p:pic>
        <p:nvPicPr>
          <p:cNvPr id="2" name="Picture 1">
            <a:extLst>
              <a:ext uri="{FF2B5EF4-FFF2-40B4-BE49-F238E27FC236}">
                <a16:creationId xmlns:a16="http://schemas.microsoft.com/office/drawing/2014/main" id="{E4C9EC22-978A-C1E3-5F24-3F95EE506018}"/>
              </a:ext>
            </a:extLst>
          </p:cNvPr>
          <p:cNvPicPr>
            <a:picLocks noChangeAspect="1"/>
          </p:cNvPicPr>
          <p:nvPr userDrawn="1"/>
        </p:nvPicPr>
        <p:blipFill>
          <a:blip r:embed="rId2"/>
          <a:stretch>
            <a:fillRect/>
          </a:stretch>
        </p:blipFill>
        <p:spPr>
          <a:xfrm>
            <a:off x="488950" y="627101"/>
            <a:ext cx="1298448" cy="1559029"/>
          </a:xfrm>
          <a:prstGeom prst="rect">
            <a:avLst/>
          </a:prstGeom>
          <a:ln>
            <a:noFill/>
          </a:ln>
        </p:spPr>
      </p:pic>
    </p:spTree>
    <p:extLst>
      <p:ext uri="{BB962C8B-B14F-4D97-AF65-F5344CB8AC3E}">
        <p14:creationId xmlns:p14="http://schemas.microsoft.com/office/powerpoint/2010/main" val="3803084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etter Poster (QR co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C1F5D6-F79C-4F2F-922A-309A10AED67C}"/>
              </a:ext>
            </a:extLst>
          </p:cNvPr>
          <p:cNvSpPr/>
          <p:nvPr userDrawn="1"/>
        </p:nvSpPr>
        <p:spPr>
          <a:xfrm>
            <a:off x="0" y="0"/>
            <a:ext cx="10972800" cy="1600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Text Box 544">
            <a:extLst>
              <a:ext uri="{FF2B5EF4-FFF2-40B4-BE49-F238E27FC236}">
                <a16:creationId xmlns:a16="http://schemas.microsoft.com/office/drawing/2014/main" id="{BEB081AD-FFDC-4CE4-B614-DDEB09645014}"/>
              </a:ext>
            </a:extLst>
          </p:cNvPr>
          <p:cNvSpPr txBox="1">
            <a:spLocks noChangeArrowheads="1"/>
          </p:cNvSpPr>
          <p:nvPr userDrawn="1"/>
        </p:nvSpPr>
        <p:spPr bwMode="auto">
          <a:xfrm>
            <a:off x="1113617" y="15384804"/>
            <a:ext cx="3648449" cy="236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oAutofit/>
          </a:bodyPr>
          <a:lstStyle>
            <a:lvl1pPr defTabSz="3370263">
              <a:defRPr>
                <a:solidFill>
                  <a:schemeClr val="tx1"/>
                </a:solidFill>
                <a:latin typeface="Arial" charset="0"/>
                <a:cs typeface="Arial" charset="0"/>
              </a:defRPr>
            </a:lvl1pPr>
            <a:lvl2pPr defTabSz="3370263">
              <a:defRPr>
                <a:solidFill>
                  <a:schemeClr val="tx1"/>
                </a:solidFill>
                <a:latin typeface="Arial" charset="0"/>
                <a:cs typeface="Arial" charset="0"/>
              </a:defRPr>
            </a:lvl2pPr>
            <a:lvl3pPr defTabSz="3370263">
              <a:defRPr>
                <a:solidFill>
                  <a:schemeClr val="tx1"/>
                </a:solidFill>
                <a:latin typeface="Arial" charset="0"/>
                <a:cs typeface="Arial" charset="0"/>
              </a:defRPr>
            </a:lvl3pPr>
            <a:lvl4pPr defTabSz="3370263">
              <a:defRPr>
                <a:solidFill>
                  <a:schemeClr val="tx1"/>
                </a:solidFill>
                <a:latin typeface="Arial" charset="0"/>
                <a:cs typeface="Arial" charset="0"/>
              </a:defRPr>
            </a:lvl4pPr>
            <a:lvl5pPr defTabSz="3370263">
              <a:defRPr>
                <a:solidFill>
                  <a:schemeClr val="tx1"/>
                </a:solidFill>
                <a:latin typeface="Arial" charset="0"/>
                <a:cs typeface="Arial" charset="0"/>
              </a:defRPr>
            </a:lvl5pPr>
            <a:lvl6pPr defTabSz="3370263" fontAlgn="base">
              <a:spcBef>
                <a:spcPct val="0"/>
              </a:spcBef>
              <a:spcAft>
                <a:spcPct val="0"/>
              </a:spcAft>
              <a:defRPr>
                <a:solidFill>
                  <a:schemeClr val="tx1"/>
                </a:solidFill>
                <a:latin typeface="Arial" charset="0"/>
                <a:cs typeface="Arial" charset="0"/>
              </a:defRPr>
            </a:lvl6pPr>
            <a:lvl7pPr defTabSz="3370263" fontAlgn="base">
              <a:spcBef>
                <a:spcPct val="0"/>
              </a:spcBef>
              <a:spcAft>
                <a:spcPct val="0"/>
              </a:spcAft>
              <a:defRPr>
                <a:solidFill>
                  <a:schemeClr val="tx1"/>
                </a:solidFill>
                <a:latin typeface="Arial" charset="0"/>
                <a:cs typeface="Arial" charset="0"/>
              </a:defRPr>
            </a:lvl7pPr>
            <a:lvl8pPr defTabSz="3370263" fontAlgn="base">
              <a:spcBef>
                <a:spcPct val="0"/>
              </a:spcBef>
              <a:spcAft>
                <a:spcPct val="0"/>
              </a:spcAft>
              <a:defRPr>
                <a:solidFill>
                  <a:schemeClr val="tx1"/>
                </a:solidFill>
                <a:latin typeface="Arial" charset="0"/>
                <a:cs typeface="Arial" charset="0"/>
              </a:defRPr>
            </a:lvl8pPr>
            <a:lvl9pPr defTabSz="3370263" fontAlgn="base">
              <a:spcBef>
                <a:spcPct val="0"/>
              </a:spcBef>
              <a:spcAft>
                <a:spcPct val="0"/>
              </a:spcAft>
              <a:defRPr>
                <a:solidFill>
                  <a:schemeClr val="tx1"/>
                </a:solidFill>
                <a:latin typeface="Arial" charset="0"/>
                <a:cs typeface="Arial" charset="0"/>
              </a:defRPr>
            </a:lvl9pPr>
          </a:lstStyle>
          <a:p>
            <a:pPr algn="l">
              <a:lnSpc>
                <a:spcPct val="90000"/>
              </a:lnSpc>
            </a:pPr>
            <a:r>
              <a:rPr lang="en-US" sz="800" b="1" dirty="0">
                <a:solidFill>
                  <a:schemeClr val="bg1"/>
                </a:solidFill>
                <a:sym typeface="Symbol" pitchFamily="18" charset="2"/>
              </a:rPr>
              <a:t>©</a:t>
            </a:r>
            <a:fld id="{0632188B-9737-4C9B-9485-189704D481BA}" type="datetimeyyyy">
              <a:rPr lang="en-US" sz="800" b="1" smtClean="0">
                <a:solidFill>
                  <a:schemeClr val="bg1"/>
                </a:solidFill>
                <a:sym typeface="Symbol" pitchFamily="18" charset="2"/>
              </a:rPr>
              <a:t>2026</a:t>
            </a:fld>
            <a:r>
              <a:rPr lang="en-US" sz="800" b="1" dirty="0">
                <a:solidFill>
                  <a:schemeClr val="bg1"/>
                </a:solidFill>
                <a:sym typeface="Symbol" pitchFamily="18" charset="2"/>
              </a:rPr>
              <a:t> Mayo Foundation for Medical Education and Research</a:t>
            </a:r>
          </a:p>
        </p:txBody>
      </p:sp>
      <p:sp>
        <p:nvSpPr>
          <p:cNvPr id="14" name="Text Placeholder 13">
            <a:extLst>
              <a:ext uri="{FF2B5EF4-FFF2-40B4-BE49-F238E27FC236}">
                <a16:creationId xmlns:a16="http://schemas.microsoft.com/office/drawing/2014/main" id="{3AC658AE-0B56-42FB-AA50-4B22B520DBDF}"/>
              </a:ext>
            </a:extLst>
          </p:cNvPr>
          <p:cNvSpPr>
            <a:spLocks noGrp="1"/>
          </p:cNvSpPr>
          <p:nvPr>
            <p:ph type="body" sz="quarter" idx="10" hasCustomPrompt="1"/>
          </p:nvPr>
        </p:nvSpPr>
        <p:spPr>
          <a:xfrm>
            <a:off x="1104900" y="5200650"/>
            <a:ext cx="9319260" cy="5632311"/>
          </a:xfrm>
          <a:prstGeom prst="rect">
            <a:avLst/>
          </a:prstGeom>
        </p:spPr>
        <p:txBody>
          <a:bodyPr lIns="0" tIns="45720" bIns="45720">
            <a:noAutofit/>
          </a:bodyPr>
          <a:lstStyle>
            <a:lvl1pPr marL="0" indent="0">
              <a:buNone/>
              <a:defRPr sz="15000" b="1">
                <a:solidFill>
                  <a:schemeClr val="bg1"/>
                </a:solidFill>
              </a:defRPr>
            </a:lvl1pPr>
            <a:lvl2pPr marL="457200" indent="0">
              <a:buNone/>
              <a:defRPr/>
            </a:lvl2pPr>
          </a:lstStyle>
          <a:p>
            <a:pPr lvl="0"/>
            <a:r>
              <a:rPr lang="en-US" dirty="0"/>
              <a:t>Click to edit text</a:t>
            </a:r>
          </a:p>
        </p:txBody>
      </p:sp>
      <p:sp>
        <p:nvSpPr>
          <p:cNvPr id="15" name="Text Placeholder 13">
            <a:extLst>
              <a:ext uri="{FF2B5EF4-FFF2-40B4-BE49-F238E27FC236}">
                <a16:creationId xmlns:a16="http://schemas.microsoft.com/office/drawing/2014/main" id="{6FCD4A33-1EE2-4516-8301-469658E75C49}"/>
              </a:ext>
            </a:extLst>
          </p:cNvPr>
          <p:cNvSpPr>
            <a:spLocks noGrp="1"/>
          </p:cNvSpPr>
          <p:nvPr>
            <p:ph type="body" sz="quarter" idx="11" hasCustomPrompt="1"/>
          </p:nvPr>
        </p:nvSpPr>
        <p:spPr>
          <a:xfrm>
            <a:off x="1104900" y="11982450"/>
            <a:ext cx="9319260" cy="3143250"/>
          </a:xfrm>
          <a:prstGeom prst="rect">
            <a:avLst/>
          </a:prstGeom>
        </p:spPr>
        <p:txBody>
          <a:bodyPr lIns="0" tIns="45720" bIns="45720">
            <a:noAutofit/>
          </a:bodyPr>
          <a:lstStyle>
            <a:lvl1pPr marL="0" indent="0">
              <a:buNone/>
              <a:defRPr sz="7500" b="1">
                <a:solidFill>
                  <a:schemeClr val="bg1"/>
                </a:solidFill>
              </a:defRPr>
            </a:lvl1pPr>
            <a:lvl2pPr marL="457200" indent="0">
              <a:buNone/>
              <a:defRPr/>
            </a:lvl2pPr>
          </a:lstStyle>
          <a:p>
            <a:pPr lvl="0"/>
            <a:r>
              <a:rPr lang="en-US" dirty="0"/>
              <a:t>Click to edit text</a:t>
            </a:r>
          </a:p>
        </p:txBody>
      </p:sp>
      <p:sp>
        <p:nvSpPr>
          <p:cNvPr id="7" name="Text Placeholder 10">
            <a:extLst>
              <a:ext uri="{FF2B5EF4-FFF2-40B4-BE49-F238E27FC236}">
                <a16:creationId xmlns:a16="http://schemas.microsoft.com/office/drawing/2014/main" id="{C31CF255-C3D6-6B86-B33B-6708952B0F16}"/>
              </a:ext>
            </a:extLst>
          </p:cNvPr>
          <p:cNvSpPr>
            <a:spLocks noGrp="1"/>
          </p:cNvSpPr>
          <p:nvPr>
            <p:ph type="body" sz="quarter" idx="13" hasCustomPrompt="1"/>
          </p:nvPr>
        </p:nvSpPr>
        <p:spPr>
          <a:xfrm>
            <a:off x="11521440" y="2382520"/>
            <a:ext cx="9372600" cy="777240"/>
          </a:xfrm>
          <a:prstGeom prst="rect">
            <a:avLst/>
          </a:prstGeom>
          <a:ln>
            <a:noFill/>
          </a:ln>
        </p:spPr>
        <p:txBody>
          <a:bodyPr lIns="137160" rIns="137160" bIns="182880"/>
          <a:lstStyle>
            <a:lvl1pPr marL="0" indent="0">
              <a:lnSpc>
                <a:spcPct val="110000"/>
              </a:lnSpc>
              <a:spcBef>
                <a:spcPts val="0"/>
              </a:spcBef>
              <a:buNone/>
              <a:defRPr sz="1800" b="1">
                <a:solidFill>
                  <a:schemeClr val="tx1"/>
                </a:solidFill>
              </a:defRPr>
            </a:lvl1pPr>
          </a:lstStyle>
          <a:p>
            <a:pPr lvl="0"/>
            <a:r>
              <a:rPr lang="en-US" dirty="0"/>
              <a:t>Click to edit author/affiliation area</a:t>
            </a:r>
          </a:p>
        </p:txBody>
      </p:sp>
      <p:sp>
        <p:nvSpPr>
          <p:cNvPr id="9" name="Text Placeholder 6">
            <a:extLst>
              <a:ext uri="{FF2B5EF4-FFF2-40B4-BE49-F238E27FC236}">
                <a16:creationId xmlns:a16="http://schemas.microsoft.com/office/drawing/2014/main" id="{A52B86C6-9EE7-7DF8-D875-4105129BD44B}"/>
              </a:ext>
            </a:extLst>
          </p:cNvPr>
          <p:cNvSpPr>
            <a:spLocks noGrp="1"/>
          </p:cNvSpPr>
          <p:nvPr>
            <p:ph type="body" sz="quarter" idx="14" hasCustomPrompt="1"/>
          </p:nvPr>
        </p:nvSpPr>
        <p:spPr>
          <a:xfrm>
            <a:off x="11521440" y="1076960"/>
            <a:ext cx="9372600" cy="1280160"/>
          </a:xfrm>
          <a:prstGeom prst="rect">
            <a:avLst/>
          </a:prstGeom>
        </p:spPr>
        <p:txBody>
          <a:bodyPr lIns="137160" tIns="0" rIns="137160" bIns="91440"/>
          <a:lstStyle>
            <a:lvl1pPr marL="0" indent="0">
              <a:lnSpc>
                <a:spcPct val="90000"/>
              </a:lnSpc>
              <a:buNone/>
              <a:defRPr sz="4000" b="1">
                <a:solidFill>
                  <a:schemeClr val="tx1"/>
                </a:solidFill>
              </a:defRPr>
            </a:lvl1pPr>
          </a:lstStyle>
          <a:p>
            <a:pPr lvl="0"/>
            <a:r>
              <a:rPr lang="en-US" dirty="0"/>
              <a:t>Poster Title Goes Here Poster Title Goes Here Poster Title Goes Here</a:t>
            </a:r>
          </a:p>
        </p:txBody>
      </p:sp>
      <p:pic>
        <p:nvPicPr>
          <p:cNvPr id="3" name="Picture 2">
            <a:extLst>
              <a:ext uri="{FF2B5EF4-FFF2-40B4-BE49-F238E27FC236}">
                <a16:creationId xmlns:a16="http://schemas.microsoft.com/office/drawing/2014/main" id="{87B5B601-CBA8-B4E6-FDF0-FFFA1AB48DEC}"/>
              </a:ext>
            </a:extLst>
          </p:cNvPr>
          <p:cNvPicPr>
            <a:picLocks noChangeAspect="1"/>
          </p:cNvPicPr>
          <p:nvPr userDrawn="1"/>
        </p:nvPicPr>
        <p:blipFill>
          <a:blip r:embed="rId2"/>
          <a:stretch>
            <a:fillRect/>
          </a:stretch>
        </p:blipFill>
        <p:spPr>
          <a:xfrm>
            <a:off x="1113617" y="1160206"/>
            <a:ext cx="2350008" cy="2821623"/>
          </a:xfrm>
          <a:prstGeom prst="rect">
            <a:avLst/>
          </a:prstGeom>
          <a:ln>
            <a:noFill/>
          </a:ln>
        </p:spPr>
      </p:pic>
    </p:spTree>
    <p:extLst>
      <p:ext uri="{BB962C8B-B14F-4D97-AF65-F5344CB8AC3E}">
        <p14:creationId xmlns:p14="http://schemas.microsoft.com/office/powerpoint/2010/main" val="23812330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9E8C6D8-93F2-DA43-B816-B2A8671E230A}"/>
              </a:ext>
            </a:extLst>
          </p:cNvPr>
          <p:cNvSpPr/>
          <p:nvPr userDrawn="1"/>
        </p:nvSpPr>
        <p:spPr bwMode="auto">
          <a:xfrm>
            <a:off x="-2" y="0"/>
            <a:ext cx="21945601" cy="2673207"/>
          </a:xfrm>
          <a:prstGeom prst="rect">
            <a:avLst/>
          </a:prstGeom>
          <a:solidFill>
            <a:schemeClr val="accent1"/>
          </a:solidFill>
          <a:ln>
            <a:noFill/>
          </a:ln>
          <a:effectLst/>
        </p:spPr>
        <p:txBody>
          <a:bodyPr vert="horz" wrap="square" lIns="0" tIns="137160" rIns="0" bIns="137160" numCol="1" rtlCol="0" anchor="t" anchorCtr="0" compatLnSpc="1">
            <a:prstTxWarp prst="textNoShape">
              <a:avLst/>
            </a:prstTxWarp>
            <a:noAutofit/>
          </a:bodyPr>
          <a:lstStyle/>
          <a:p>
            <a:pPr marL="0" marR="0" indent="0" algn="ctr" defTabSz="3370263" rtl="0" eaLnBrk="1" fontAlgn="base" latinLnBrk="0" hangingPunct="1">
              <a:lnSpc>
                <a:spcPct val="100000"/>
              </a:lnSpc>
              <a:spcBef>
                <a:spcPct val="20000"/>
              </a:spcBef>
              <a:spcAft>
                <a:spcPct val="0"/>
              </a:spcAft>
              <a:buClr>
                <a:schemeClr val="folHlink"/>
              </a:buClr>
              <a:buSzPct val="120000"/>
              <a:buFontTx/>
              <a:buNone/>
              <a:tabLst/>
            </a:pPr>
            <a:endParaRPr kumimoji="0" lang="en-US" sz="2200" b="0" i="0" u="none" strike="noStrike" cap="none" normalizeH="0" baseline="0">
              <a:ln>
                <a:noFill/>
              </a:ln>
              <a:solidFill>
                <a:schemeClr val="tx2"/>
              </a:solidFill>
              <a:effectLst/>
              <a:latin typeface="Arial" charset="0"/>
              <a:ea typeface="Times New Roman" pitchFamily="18" charset="0"/>
              <a:cs typeface="Calibri" pitchFamily="34" charset="0"/>
            </a:endParaRPr>
          </a:p>
        </p:txBody>
      </p:sp>
      <p:sp>
        <p:nvSpPr>
          <p:cNvPr id="13" name="Text Box 544">
            <a:extLst>
              <a:ext uri="{FF2B5EF4-FFF2-40B4-BE49-F238E27FC236}">
                <a16:creationId xmlns:a16="http://schemas.microsoft.com/office/drawing/2014/main" id="{C84F1D9A-D4DE-0F42-9034-90C8293542CC}"/>
              </a:ext>
            </a:extLst>
          </p:cNvPr>
          <p:cNvSpPr txBox="1">
            <a:spLocks noChangeArrowheads="1"/>
          </p:cNvSpPr>
          <p:nvPr userDrawn="1"/>
        </p:nvSpPr>
        <p:spPr bwMode="auto">
          <a:xfrm>
            <a:off x="480483" y="15384804"/>
            <a:ext cx="3648449" cy="236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oAutofit/>
          </a:bodyPr>
          <a:lstStyle>
            <a:lvl1pPr defTabSz="3370263">
              <a:defRPr>
                <a:solidFill>
                  <a:schemeClr val="tx1"/>
                </a:solidFill>
                <a:latin typeface="Arial" charset="0"/>
                <a:cs typeface="Arial" charset="0"/>
              </a:defRPr>
            </a:lvl1pPr>
            <a:lvl2pPr defTabSz="3370263">
              <a:defRPr>
                <a:solidFill>
                  <a:schemeClr val="tx1"/>
                </a:solidFill>
                <a:latin typeface="Arial" charset="0"/>
                <a:cs typeface="Arial" charset="0"/>
              </a:defRPr>
            </a:lvl2pPr>
            <a:lvl3pPr defTabSz="3370263">
              <a:defRPr>
                <a:solidFill>
                  <a:schemeClr val="tx1"/>
                </a:solidFill>
                <a:latin typeface="Arial" charset="0"/>
                <a:cs typeface="Arial" charset="0"/>
              </a:defRPr>
            </a:lvl3pPr>
            <a:lvl4pPr defTabSz="3370263">
              <a:defRPr>
                <a:solidFill>
                  <a:schemeClr val="tx1"/>
                </a:solidFill>
                <a:latin typeface="Arial" charset="0"/>
                <a:cs typeface="Arial" charset="0"/>
              </a:defRPr>
            </a:lvl4pPr>
            <a:lvl5pPr defTabSz="3370263">
              <a:defRPr>
                <a:solidFill>
                  <a:schemeClr val="tx1"/>
                </a:solidFill>
                <a:latin typeface="Arial" charset="0"/>
                <a:cs typeface="Arial" charset="0"/>
              </a:defRPr>
            </a:lvl5pPr>
            <a:lvl6pPr defTabSz="3370263" fontAlgn="base">
              <a:spcBef>
                <a:spcPct val="0"/>
              </a:spcBef>
              <a:spcAft>
                <a:spcPct val="0"/>
              </a:spcAft>
              <a:defRPr>
                <a:solidFill>
                  <a:schemeClr val="tx1"/>
                </a:solidFill>
                <a:latin typeface="Arial" charset="0"/>
                <a:cs typeface="Arial" charset="0"/>
              </a:defRPr>
            </a:lvl6pPr>
            <a:lvl7pPr defTabSz="3370263" fontAlgn="base">
              <a:spcBef>
                <a:spcPct val="0"/>
              </a:spcBef>
              <a:spcAft>
                <a:spcPct val="0"/>
              </a:spcAft>
              <a:defRPr>
                <a:solidFill>
                  <a:schemeClr val="tx1"/>
                </a:solidFill>
                <a:latin typeface="Arial" charset="0"/>
                <a:cs typeface="Arial" charset="0"/>
              </a:defRPr>
            </a:lvl7pPr>
            <a:lvl8pPr defTabSz="3370263" fontAlgn="base">
              <a:spcBef>
                <a:spcPct val="0"/>
              </a:spcBef>
              <a:spcAft>
                <a:spcPct val="0"/>
              </a:spcAft>
              <a:defRPr>
                <a:solidFill>
                  <a:schemeClr val="tx1"/>
                </a:solidFill>
                <a:latin typeface="Arial" charset="0"/>
                <a:cs typeface="Arial" charset="0"/>
              </a:defRPr>
            </a:lvl8pPr>
            <a:lvl9pPr defTabSz="3370263" fontAlgn="base">
              <a:spcBef>
                <a:spcPct val="0"/>
              </a:spcBef>
              <a:spcAft>
                <a:spcPct val="0"/>
              </a:spcAft>
              <a:defRPr>
                <a:solidFill>
                  <a:schemeClr val="tx1"/>
                </a:solidFill>
                <a:latin typeface="Arial" charset="0"/>
                <a:cs typeface="Arial" charset="0"/>
              </a:defRPr>
            </a:lvl9pPr>
          </a:lstStyle>
          <a:p>
            <a:pPr algn="l">
              <a:lnSpc>
                <a:spcPct val="90000"/>
              </a:lnSpc>
              <a:spcBef>
                <a:spcPts val="0"/>
              </a:spcBef>
            </a:pPr>
            <a:r>
              <a:rPr lang="en-US" sz="800" b="1" dirty="0">
                <a:sym typeface="Symbol" pitchFamily="18" charset="2"/>
              </a:rPr>
              <a:t>©</a:t>
            </a:r>
            <a:fld id="{5884FAFD-40E6-443D-AD8B-BFF8B0AE239F}" type="datetimeyyyy">
              <a:rPr lang="en-US" sz="800" b="1" smtClean="0">
                <a:sym typeface="Symbol" pitchFamily="18" charset="2"/>
              </a:rPr>
              <a:t>2026</a:t>
            </a:fld>
            <a:r>
              <a:rPr lang="en-US" sz="800" b="1" dirty="0">
                <a:sym typeface="Symbol" pitchFamily="18" charset="2"/>
              </a:rPr>
              <a:t> Mayo Foundation for Medical Education and Research</a:t>
            </a:r>
          </a:p>
        </p:txBody>
      </p:sp>
      <p:pic>
        <p:nvPicPr>
          <p:cNvPr id="3" name="Picture 2">
            <a:extLst>
              <a:ext uri="{FF2B5EF4-FFF2-40B4-BE49-F238E27FC236}">
                <a16:creationId xmlns:a16="http://schemas.microsoft.com/office/drawing/2014/main" id="{FABCF282-9715-E64E-F488-E78E2622090D}"/>
              </a:ext>
            </a:extLst>
          </p:cNvPr>
          <p:cNvPicPr>
            <a:picLocks noChangeAspect="1"/>
          </p:cNvPicPr>
          <p:nvPr userDrawn="1"/>
        </p:nvPicPr>
        <p:blipFill>
          <a:blip r:embed="rId6"/>
          <a:stretch>
            <a:fillRect/>
          </a:stretch>
        </p:blipFill>
        <p:spPr>
          <a:xfrm>
            <a:off x="488950" y="627101"/>
            <a:ext cx="1298448" cy="1559029"/>
          </a:xfrm>
          <a:prstGeom prst="rect">
            <a:avLst/>
          </a:prstGeom>
          <a:ln>
            <a:noFill/>
          </a:ln>
        </p:spPr>
      </p:pic>
    </p:spTree>
    <p:extLst>
      <p:ext uri="{BB962C8B-B14F-4D97-AF65-F5344CB8AC3E}">
        <p14:creationId xmlns:p14="http://schemas.microsoft.com/office/powerpoint/2010/main" val="4273207950"/>
      </p:ext>
    </p:extLst>
  </p:cSld>
  <p:clrMap bg1="dk1" tx1="lt1" bg2="dk2" tx2="lt2" accent1="accent1" accent2="accent2" accent3="accent3" accent4="accent4" accent5="accent5" accent6="accent6" hlink="hlink" folHlink="folHlink"/>
  <p:sldLayoutIdLst>
    <p:sldLayoutId id="2147483659" r:id="rId1"/>
    <p:sldLayoutId id="2147483660" r:id="rId2"/>
    <p:sldLayoutId id="2147483658" r:id="rId3"/>
    <p:sldLayoutId id="214748366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0" userDrawn="1">
          <p15:clr>
            <a:srgbClr val="F26B43"/>
          </p15:clr>
        </p15:guide>
        <p15:guide id="4" pos="13518" userDrawn="1">
          <p15:clr>
            <a:srgbClr val="F26B43"/>
          </p15:clr>
        </p15:guide>
        <p15:guide id="6" orient="horz" pos="9776" userDrawn="1">
          <p15:clr>
            <a:srgbClr val="F26B43"/>
          </p15:clr>
        </p15:guide>
        <p15:guide id="15" orient="horz" pos="384"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svg"/><Relationship Id="rId3" Type="http://schemas.openxmlformats.org/officeDocument/2006/relationships/slideLayout" Target="../slideLayouts/slideLayout2.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customXml" Target="../../customXml/item8.xml"/><Relationship Id="rId1" Type="http://schemas.openxmlformats.org/officeDocument/2006/relationships/customXml" Target="../../customXml/item7.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notesSlide" Target="../notesSlides/notesSlide1.xml"/><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31" name="Text Box 519"/>
          <p:cNvSpPr txBox="1">
            <a:spLocks noChangeArrowheads="1"/>
          </p:cNvSpPr>
          <p:nvPr/>
        </p:nvSpPr>
        <p:spPr bwMode="auto">
          <a:xfrm>
            <a:off x="16477488" y="3685031"/>
            <a:ext cx="4975871" cy="4522582"/>
          </a:xfrm>
          <a:prstGeom prst="rect">
            <a:avLst/>
          </a:prstGeom>
          <a:noFill/>
          <a:ln>
            <a:noFill/>
          </a:ln>
          <a:effectLst/>
        </p:spPr>
        <p:txBody>
          <a:bodyPr wrap="square" lIns="137160" tIns="91440" rIns="91440" bIns="137160">
            <a:noAutofit/>
          </a:bodyPr>
          <a:lstStyle>
            <a:lvl1pPr marL="114300" indent="-114300" algn="l" defTabSz="457200">
              <a:spcBef>
                <a:spcPct val="0"/>
              </a:spcBef>
              <a:defRPr>
                <a:solidFill>
                  <a:schemeClr val="tx1"/>
                </a:solidFill>
                <a:latin typeface="Arial" charset="0"/>
                <a:cs typeface="Arial" charset="0"/>
              </a:defRPr>
            </a:lvl1pPr>
            <a:lvl2pPr marL="22860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indent="0">
              <a:spcBef>
                <a:spcPts val="600"/>
              </a:spcBef>
              <a:spcAft>
                <a:spcPts val="600"/>
              </a:spcAft>
              <a:buClr>
                <a:schemeClr val="tx1"/>
              </a:buClr>
              <a:buSzPct val="100000"/>
            </a:pPr>
            <a:r>
              <a:rPr lang="en-US" altLang="ja-JP" sz="1400" dirty="0">
                <a:ea typeface="MS PGothic" pitchFamily="34" charset="-128"/>
              </a:rPr>
              <a:t>Successfully designed homodimers </a:t>
            </a:r>
            <a:r>
              <a:rPr lang="en-US" altLang="ja-JP" sz="1400" i="1" dirty="0">
                <a:ea typeface="MS PGothic" pitchFamily="34" charset="-128"/>
              </a:rPr>
              <a:t>in silico</a:t>
            </a:r>
          </a:p>
          <a:p>
            <a:pPr marL="285750" lvl="1" indent="-171450">
              <a:spcBef>
                <a:spcPts val="600"/>
              </a:spcBef>
              <a:spcAft>
                <a:spcPts val="600"/>
              </a:spcAft>
              <a:buClr>
                <a:schemeClr val="tx1"/>
              </a:buClr>
              <a:buSzPct val="100000"/>
              <a:buFontTx/>
              <a:buChar char="•"/>
            </a:pPr>
            <a:r>
              <a:rPr lang="en-US" altLang="ja-JP" sz="1400" dirty="0">
                <a:ea typeface="MS PGothic" pitchFamily="34" charset="-128"/>
              </a:rPr>
              <a:t>Started with 30,000 protein backbones </a:t>
            </a:r>
            <a:r>
              <a:rPr lang="en-US" altLang="ja-JP" sz="1400" dirty="0">
                <a:ea typeface="MS PGothic" pitchFamily="34" charset="-128"/>
                <a:sym typeface="Wingdings" panose="05000000000000000000" pitchFamily="2" charset="2"/>
              </a:rPr>
              <a:t> Down-selected based on size and directionality</a:t>
            </a:r>
          </a:p>
          <a:p>
            <a:pPr marL="285750" lvl="1" indent="-171450">
              <a:spcBef>
                <a:spcPts val="600"/>
              </a:spcBef>
              <a:spcAft>
                <a:spcPts val="600"/>
              </a:spcAft>
              <a:buClr>
                <a:schemeClr val="tx1"/>
              </a:buClr>
              <a:buSzPct val="100000"/>
              <a:buFontTx/>
              <a:buChar char="•"/>
            </a:pPr>
            <a:r>
              <a:rPr lang="en-US" altLang="ja-JP" sz="1400" dirty="0">
                <a:ea typeface="MS PGothic" pitchFamily="34" charset="-128"/>
                <a:sym typeface="Wingdings" panose="05000000000000000000" pitchFamily="2" charset="2"/>
              </a:rPr>
              <a:t>Designed 4 sequences per backbone</a:t>
            </a:r>
          </a:p>
          <a:p>
            <a:pPr marL="285750" lvl="1" indent="-171450">
              <a:spcBef>
                <a:spcPts val="600"/>
              </a:spcBef>
              <a:spcAft>
                <a:spcPts val="600"/>
              </a:spcAft>
              <a:buClr>
                <a:schemeClr val="tx1"/>
              </a:buClr>
              <a:buSzPct val="100000"/>
              <a:buFontTx/>
              <a:buChar char="•"/>
            </a:pPr>
            <a:r>
              <a:rPr lang="en-US" altLang="ja-JP" sz="1400" dirty="0">
                <a:ea typeface="MS PGothic" pitchFamily="34" charset="-128"/>
                <a:sym typeface="Wingdings" panose="05000000000000000000" pitchFamily="2" charset="2"/>
              </a:rPr>
              <a:t>Validated by predicting structures for those sequences</a:t>
            </a:r>
          </a:p>
          <a:p>
            <a:pPr marL="285750" lvl="1" indent="-171450">
              <a:spcBef>
                <a:spcPts val="600"/>
              </a:spcBef>
              <a:spcAft>
                <a:spcPts val="600"/>
              </a:spcAft>
              <a:buClr>
                <a:schemeClr val="tx1"/>
              </a:buClr>
              <a:buSzPct val="100000"/>
              <a:buFontTx/>
              <a:buChar char="•"/>
            </a:pPr>
            <a:r>
              <a:rPr lang="en-US" altLang="ja-JP" sz="1400" dirty="0">
                <a:ea typeface="MS PGothic" pitchFamily="34" charset="-128"/>
                <a:sym typeface="Wingdings" panose="05000000000000000000" pitchFamily="2" charset="2"/>
              </a:rPr>
              <a:t>Filtered to 125 designs based on interface characteristics</a:t>
            </a:r>
          </a:p>
          <a:p>
            <a:pPr marL="285750" lvl="1" indent="-171450">
              <a:spcBef>
                <a:spcPts val="600"/>
              </a:spcBef>
              <a:spcAft>
                <a:spcPts val="600"/>
              </a:spcAft>
              <a:buClr>
                <a:schemeClr val="tx1"/>
              </a:buClr>
              <a:buSzPct val="100000"/>
              <a:buFontTx/>
              <a:buChar char="•"/>
            </a:pPr>
            <a:r>
              <a:rPr lang="en-US" altLang="ja-JP" sz="1400" dirty="0">
                <a:ea typeface="MS PGothic" pitchFamily="34" charset="-128"/>
                <a:sym typeface="Wingdings" panose="05000000000000000000" pitchFamily="2" charset="2"/>
              </a:rPr>
              <a:t>Selected 20 final designs</a:t>
            </a:r>
            <a:endParaRPr lang="en-US" altLang="ja-JP" sz="1400" dirty="0">
              <a:ea typeface="MS PGothic" pitchFamily="34" charset="-128"/>
            </a:endParaRPr>
          </a:p>
          <a:p>
            <a:pPr marL="0" indent="0">
              <a:spcBef>
                <a:spcPts val="600"/>
              </a:spcBef>
              <a:spcAft>
                <a:spcPts val="600"/>
              </a:spcAft>
              <a:buClr>
                <a:schemeClr val="tx1"/>
              </a:buClr>
              <a:buSzPct val="100000"/>
            </a:pPr>
            <a:r>
              <a:rPr lang="en-US" altLang="ja-JP" sz="1400" dirty="0">
                <a:ea typeface="MS PGothic" pitchFamily="34" charset="-128"/>
                <a:sym typeface="Wingdings" panose="05000000000000000000" pitchFamily="2" charset="2"/>
              </a:rPr>
              <a:t>Comprehensively evaluated the interactions between all homodimer combinations </a:t>
            </a:r>
            <a:r>
              <a:rPr lang="en-US" altLang="ja-JP" sz="1400" i="1" dirty="0">
                <a:ea typeface="MS PGothic" pitchFamily="34" charset="-128"/>
                <a:sym typeface="Wingdings" panose="05000000000000000000" pitchFamily="2" charset="2"/>
              </a:rPr>
              <a:t>in silico</a:t>
            </a:r>
            <a:r>
              <a:rPr lang="en-US" altLang="ja-JP" sz="1400" dirty="0">
                <a:ea typeface="MS PGothic" pitchFamily="34" charset="-128"/>
                <a:sym typeface="Wingdings" panose="05000000000000000000" pitchFamily="2" charset="2"/>
              </a:rPr>
              <a:t> via </a:t>
            </a:r>
            <a:r>
              <a:rPr lang="en-US" altLang="ja-JP" sz="1400" dirty="0" err="1">
                <a:ea typeface="MS PGothic" pitchFamily="34" charset="-128"/>
                <a:sym typeface="Wingdings" panose="05000000000000000000" pitchFamily="2" charset="2"/>
              </a:rPr>
              <a:t>iPTM</a:t>
            </a:r>
            <a:r>
              <a:rPr lang="en-US" altLang="ja-JP" sz="1400" dirty="0">
                <a:ea typeface="MS PGothic" pitchFamily="34" charset="-128"/>
                <a:sym typeface="Wingdings" panose="05000000000000000000" pitchFamily="2" charset="2"/>
              </a:rPr>
              <a:t> metrics</a:t>
            </a:r>
          </a:p>
          <a:p>
            <a:pPr marL="285750" indent="-285750">
              <a:spcBef>
                <a:spcPts val="600"/>
              </a:spcBef>
              <a:spcAft>
                <a:spcPts val="600"/>
              </a:spcAft>
              <a:buClr>
                <a:schemeClr val="tx1"/>
              </a:buClr>
              <a:buSzPct val="100000"/>
              <a:buFont typeface="Arial" panose="020B0604020202020204" pitchFamily="34" charset="0"/>
              <a:buChar char="•"/>
            </a:pPr>
            <a:r>
              <a:rPr lang="en-US" altLang="ja-JP" sz="1400" dirty="0">
                <a:ea typeface="MS PGothic" pitchFamily="34" charset="-128"/>
                <a:sym typeface="Wingdings" panose="05000000000000000000" pitchFamily="2" charset="2"/>
              </a:rPr>
              <a:t>Cognate homodimer generally have the most confident interactions</a:t>
            </a:r>
          </a:p>
          <a:p>
            <a:pPr marL="285750" indent="-285750">
              <a:spcBef>
                <a:spcPts val="600"/>
              </a:spcBef>
              <a:spcAft>
                <a:spcPts val="600"/>
              </a:spcAft>
              <a:buClr>
                <a:schemeClr val="tx1"/>
              </a:buClr>
              <a:buSzPct val="100000"/>
              <a:buFont typeface="Arial" panose="020B0604020202020204" pitchFamily="34" charset="0"/>
              <a:buChar char="•"/>
            </a:pPr>
            <a:r>
              <a:rPr lang="en-US" altLang="ja-JP" sz="1400" dirty="0">
                <a:ea typeface="MS PGothic" pitchFamily="34" charset="-128"/>
                <a:sym typeface="Wingdings" panose="05000000000000000000" pitchFamily="2" charset="2"/>
              </a:rPr>
              <a:t>Some designs have off target interactions  Models create idealized structures, so designs share a lot of structural similarities</a:t>
            </a:r>
          </a:p>
        </p:txBody>
      </p:sp>
      <p:sp>
        <p:nvSpPr>
          <p:cNvPr id="13834" name="Text Box 522"/>
          <p:cNvSpPr txBox="1">
            <a:spLocks noChangeArrowheads="1"/>
          </p:cNvSpPr>
          <p:nvPr/>
        </p:nvSpPr>
        <p:spPr bwMode="auto">
          <a:xfrm>
            <a:off x="16469467" y="8938589"/>
            <a:ext cx="4983480" cy="1954526"/>
          </a:xfrm>
          <a:prstGeom prst="rect">
            <a:avLst/>
          </a:prstGeom>
          <a:noFill/>
          <a:ln>
            <a:noFill/>
          </a:ln>
          <a:effectLst/>
        </p:spPr>
        <p:txBody>
          <a:bodyPr wrap="square" lIns="137160" tIns="91440" rIns="91440" bIns="137160">
            <a:noAutofit/>
          </a:bodyPr>
          <a:lstStyle>
            <a:lvl1pPr marL="114300" indent="-114300" algn="l" defTabSz="457200">
              <a:spcBef>
                <a:spcPct val="0"/>
              </a:spcBef>
              <a:defRPr>
                <a:solidFill>
                  <a:schemeClr val="tx1"/>
                </a:solidFill>
                <a:latin typeface="Arial" charset="0"/>
                <a:cs typeface="Arial" charset="0"/>
              </a:defRPr>
            </a:lvl1pPr>
            <a:lvl2pPr marL="22860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174625" indent="-169863">
              <a:spcBef>
                <a:spcPts val="600"/>
              </a:spcBef>
              <a:spcAft>
                <a:spcPts val="600"/>
              </a:spcAft>
              <a:buClr>
                <a:schemeClr val="tx1"/>
              </a:buClr>
              <a:buSzPct val="100000"/>
              <a:buFontTx/>
              <a:buChar char="•"/>
            </a:pPr>
            <a:r>
              <a:rPr lang="en-US" altLang="ja-JP" sz="1400" dirty="0">
                <a:ea typeface="MS PGothic" pitchFamily="34" charset="-128"/>
              </a:rPr>
              <a:t>Complete the screen to evaluate homodimers </a:t>
            </a:r>
            <a:r>
              <a:rPr lang="en-US" altLang="ja-JP" sz="1400" i="1" dirty="0">
                <a:ea typeface="MS PGothic" pitchFamily="34" charset="-128"/>
              </a:rPr>
              <a:t>in vitro </a:t>
            </a:r>
            <a:r>
              <a:rPr lang="en-US" altLang="ja-JP" sz="1400" dirty="0">
                <a:ea typeface="MS PGothic" pitchFamily="34" charset="-128"/>
              </a:rPr>
              <a:t>(in-progress)</a:t>
            </a:r>
            <a:endParaRPr lang="en-US" altLang="ja-JP" sz="1400" i="1" dirty="0">
              <a:ea typeface="MS PGothic" pitchFamily="34" charset="-128"/>
            </a:endParaRPr>
          </a:p>
          <a:p>
            <a:pPr marL="174625" indent="-169863">
              <a:spcBef>
                <a:spcPts val="600"/>
              </a:spcBef>
              <a:spcAft>
                <a:spcPts val="600"/>
              </a:spcAft>
              <a:buClr>
                <a:schemeClr val="tx1"/>
              </a:buClr>
              <a:buSzPct val="100000"/>
              <a:buFontTx/>
              <a:buChar char="•"/>
            </a:pPr>
            <a:r>
              <a:rPr lang="en-US" altLang="ja-JP" sz="1400" dirty="0">
                <a:ea typeface="MS PGothic" pitchFamily="34" charset="-128"/>
              </a:rPr>
              <a:t>Extend the Fgf10 ligand into a high performing obligate homodimer to fix the FGF complex in a pro-signaling conformation</a:t>
            </a:r>
          </a:p>
          <a:p>
            <a:pPr marL="174625" indent="-169863">
              <a:spcBef>
                <a:spcPts val="600"/>
              </a:spcBef>
              <a:spcAft>
                <a:spcPts val="600"/>
              </a:spcAft>
              <a:buClr>
                <a:schemeClr val="tx1"/>
              </a:buClr>
              <a:buSzPct val="100000"/>
              <a:buFontTx/>
              <a:buChar char="•"/>
            </a:pPr>
            <a:r>
              <a:rPr lang="en-US" altLang="ja-JP" sz="1400" dirty="0">
                <a:ea typeface="MS PGothic" pitchFamily="34" charset="-128"/>
              </a:rPr>
              <a:t>Potential clinical applications for improving alveolar health after injury</a:t>
            </a:r>
          </a:p>
        </p:txBody>
      </p:sp>
      <p:sp>
        <p:nvSpPr>
          <p:cNvPr id="13837" name="Text Box 525"/>
          <p:cNvSpPr txBox="1">
            <a:spLocks noChangeArrowheads="1"/>
          </p:cNvSpPr>
          <p:nvPr/>
        </p:nvSpPr>
        <p:spPr bwMode="auto">
          <a:xfrm>
            <a:off x="16495202" y="11652344"/>
            <a:ext cx="4983480" cy="4311669"/>
          </a:xfrm>
          <a:prstGeom prst="rect">
            <a:avLst/>
          </a:prstGeom>
          <a:noFill/>
          <a:ln>
            <a:noFill/>
          </a:ln>
          <a:effectLst/>
        </p:spPr>
        <p:txBody>
          <a:bodyPr wrap="square" lIns="137160" tIns="91440" rIns="91440" bIns="137160">
            <a:noAutofit/>
          </a:bodyPr>
          <a:lstStyle>
            <a:lvl1pPr marL="342900" indent="-342900" algn="l" defTabSz="457200">
              <a:spcBef>
                <a:spcPct val="0"/>
              </a:spcBef>
              <a:defRPr>
                <a:solidFill>
                  <a:schemeClr val="tx1"/>
                </a:solidFill>
                <a:latin typeface="Arial" charset="0"/>
                <a:cs typeface="Arial" charset="0"/>
              </a:defRPr>
            </a:lvl1pPr>
            <a:lvl2pPr marL="735013" indent="-342900" algn="l" defTabSz="457200">
              <a:spcBef>
                <a:spcPct val="0"/>
              </a:spcBef>
              <a:defRPr>
                <a:solidFill>
                  <a:schemeClr val="tx1"/>
                </a:solidFill>
                <a:latin typeface="Arial" charset="0"/>
                <a:cs typeface="Arial" charset="0"/>
              </a:defRPr>
            </a:lvl2pPr>
            <a:lvl3pPr marL="1714500" indent="-342900" algn="l" defTabSz="457200">
              <a:spcBef>
                <a:spcPct val="0"/>
              </a:spcBef>
              <a:defRPr>
                <a:solidFill>
                  <a:schemeClr val="tx1"/>
                </a:solidFill>
                <a:latin typeface="Arial" charset="0"/>
                <a:cs typeface="Arial" charset="0"/>
              </a:defRPr>
            </a:lvl3pPr>
            <a:lvl4pPr marL="1828800" indent="-342900" algn="l" defTabSz="457200">
              <a:spcBef>
                <a:spcPct val="0"/>
              </a:spcBef>
              <a:defRPr>
                <a:solidFill>
                  <a:schemeClr val="tx1"/>
                </a:solidFill>
                <a:latin typeface="Arial" charset="0"/>
                <a:cs typeface="Arial" charset="0"/>
              </a:defRPr>
            </a:lvl4pPr>
            <a:lvl5pPr marL="2171700" indent="-342900" algn="l" defTabSz="457200">
              <a:spcBef>
                <a:spcPct val="0"/>
              </a:spcBef>
              <a:defRPr>
                <a:solidFill>
                  <a:schemeClr val="tx1"/>
                </a:solidFill>
                <a:latin typeface="Arial" charset="0"/>
                <a:cs typeface="Arial" charset="0"/>
              </a:defRPr>
            </a:lvl5pPr>
            <a:lvl6pPr marL="2628900" indent="-342900" defTabSz="457200" fontAlgn="base">
              <a:spcBef>
                <a:spcPct val="0"/>
              </a:spcBef>
              <a:spcAft>
                <a:spcPct val="0"/>
              </a:spcAft>
              <a:defRPr>
                <a:solidFill>
                  <a:schemeClr val="tx1"/>
                </a:solidFill>
                <a:latin typeface="Arial" charset="0"/>
                <a:cs typeface="Arial" charset="0"/>
              </a:defRPr>
            </a:lvl6pPr>
            <a:lvl7pPr marL="3086100" indent="-342900" defTabSz="457200" fontAlgn="base">
              <a:spcBef>
                <a:spcPct val="0"/>
              </a:spcBef>
              <a:spcAft>
                <a:spcPct val="0"/>
              </a:spcAft>
              <a:defRPr>
                <a:solidFill>
                  <a:schemeClr val="tx1"/>
                </a:solidFill>
                <a:latin typeface="Arial" charset="0"/>
                <a:cs typeface="Arial" charset="0"/>
              </a:defRPr>
            </a:lvl7pPr>
            <a:lvl8pPr marL="3543300" indent="-342900" defTabSz="457200" fontAlgn="base">
              <a:spcBef>
                <a:spcPct val="0"/>
              </a:spcBef>
              <a:spcAft>
                <a:spcPct val="0"/>
              </a:spcAft>
              <a:defRPr>
                <a:solidFill>
                  <a:schemeClr val="tx1"/>
                </a:solidFill>
                <a:latin typeface="Arial" charset="0"/>
                <a:cs typeface="Arial" charset="0"/>
              </a:defRPr>
            </a:lvl8pPr>
            <a:lvl9pPr marL="4000500" indent="-342900" defTabSz="457200" fontAlgn="base">
              <a:spcBef>
                <a:spcPct val="0"/>
              </a:spcBef>
              <a:spcAft>
                <a:spcPct val="0"/>
              </a:spcAft>
              <a:defRPr>
                <a:solidFill>
                  <a:schemeClr val="tx1"/>
                </a:solidFill>
                <a:latin typeface="Arial" charset="0"/>
                <a:cs typeface="Arial" charset="0"/>
              </a:defRPr>
            </a:lvl9pPr>
          </a:lstStyle>
          <a:p>
            <a:pPr marL="228600" indent="-223838">
              <a:spcBef>
                <a:spcPts val="600"/>
              </a:spcBef>
              <a:spcAft>
                <a:spcPts val="600"/>
              </a:spcAft>
              <a:buClr>
                <a:schemeClr val="tx1"/>
              </a:buClr>
              <a:buSzPct val="100000"/>
              <a:buFontTx/>
              <a:buAutoNum type="arabicPeriod"/>
            </a:pPr>
            <a:r>
              <a:rPr lang="en-US" altLang="ja-JP" sz="800" dirty="0">
                <a:ea typeface="MS PGothic" pitchFamily="34" charset="-128"/>
              </a:rPr>
              <a:t>Brownfield, D.G., de Arce, A.D., Ghelfi, E. </a:t>
            </a:r>
            <a:r>
              <a:rPr lang="en-US" altLang="ja-JP" sz="800" i="1" dirty="0">
                <a:ea typeface="MS PGothic" pitchFamily="34" charset="-128"/>
              </a:rPr>
              <a:t>et al</a:t>
            </a:r>
            <a:r>
              <a:rPr lang="en-US" altLang="ja-JP" sz="800" dirty="0">
                <a:ea typeface="MS PGothic" pitchFamily="34" charset="-128"/>
              </a:rPr>
              <a:t>. Alveolar cell fate selection and lifelong maintenance of AT2 cells by FGF signaling. </a:t>
            </a:r>
            <a:r>
              <a:rPr lang="en-US" altLang="ja-JP" sz="800" i="1" dirty="0">
                <a:solidFill>
                  <a:srgbClr val="000000"/>
                </a:solidFill>
                <a:ea typeface="MS PGothic" pitchFamily="34" charset="-128"/>
              </a:rPr>
              <a:t>Nat Commun</a:t>
            </a:r>
            <a:r>
              <a:rPr lang="en-US" altLang="ja-JP" sz="800" dirty="0">
                <a:solidFill>
                  <a:srgbClr val="000000"/>
                </a:solidFill>
                <a:ea typeface="MS PGothic" pitchFamily="34" charset="-128"/>
              </a:rPr>
              <a:t> 13, 7137 (2022). https://doi.org/10.1038/s41467-022-34059-1</a:t>
            </a:r>
          </a:p>
          <a:p>
            <a:pPr marL="228600" indent="-223838">
              <a:spcBef>
                <a:spcPts val="600"/>
              </a:spcBef>
              <a:spcAft>
                <a:spcPts val="600"/>
              </a:spcAft>
              <a:buClr>
                <a:schemeClr val="tx1"/>
              </a:buClr>
              <a:buSzPct val="100000"/>
              <a:buFontTx/>
              <a:buAutoNum type="arabicPeriod"/>
            </a:pPr>
            <a:r>
              <a:rPr lang="en-US" altLang="ja-JP" sz="800" dirty="0">
                <a:solidFill>
                  <a:srgbClr val="000000"/>
                </a:solidFill>
                <a:ea typeface="MS PGothic" pitchFamily="34" charset="-128"/>
              </a:rPr>
              <a:t>Goetz, R., Mohammadi, M. Exploring mechanisms of FGF </a:t>
            </a:r>
            <a:r>
              <a:rPr lang="en-US" altLang="ja-JP" sz="800" dirty="0" err="1">
                <a:solidFill>
                  <a:srgbClr val="000000"/>
                </a:solidFill>
                <a:ea typeface="MS PGothic" pitchFamily="34" charset="-128"/>
              </a:rPr>
              <a:t>signalling</a:t>
            </a:r>
            <a:r>
              <a:rPr lang="en-US" altLang="ja-JP" sz="800" dirty="0">
                <a:solidFill>
                  <a:srgbClr val="000000"/>
                </a:solidFill>
                <a:ea typeface="MS PGothic" pitchFamily="34" charset="-128"/>
              </a:rPr>
              <a:t> through the lens of structural biology. </a:t>
            </a:r>
            <a:r>
              <a:rPr lang="en-US" altLang="ja-JP" sz="800" i="1" dirty="0">
                <a:solidFill>
                  <a:srgbClr val="000000"/>
                </a:solidFill>
                <a:ea typeface="MS PGothic" pitchFamily="34" charset="-128"/>
              </a:rPr>
              <a:t>Nat Rev Mol Cell Biol </a:t>
            </a:r>
            <a:r>
              <a:rPr lang="en-US" altLang="ja-JP" sz="800" dirty="0">
                <a:solidFill>
                  <a:srgbClr val="000000"/>
                </a:solidFill>
                <a:ea typeface="MS PGothic" pitchFamily="34" charset="-128"/>
              </a:rPr>
              <a:t>14, 166–180 (2013). https://doi.org/10.1038/nrm3528</a:t>
            </a:r>
          </a:p>
          <a:p>
            <a:pPr marL="228600" indent="-223838">
              <a:spcBef>
                <a:spcPts val="600"/>
              </a:spcBef>
              <a:spcAft>
                <a:spcPts val="600"/>
              </a:spcAft>
              <a:buClr>
                <a:schemeClr val="tx1"/>
              </a:buClr>
              <a:buSzPct val="100000"/>
              <a:buFontTx/>
              <a:buAutoNum type="arabicPeriod"/>
            </a:pPr>
            <a:r>
              <a:rPr lang="en-US" altLang="ja-JP" sz="800" dirty="0">
                <a:solidFill>
                  <a:srgbClr val="000000"/>
                </a:solidFill>
                <a:ea typeface="MS PGothic" pitchFamily="34" charset="-128"/>
              </a:rPr>
              <a:t>Butcher J, Krishna R, Mitra R, Brent RI, Li Y, Corley N, Kim PT, Funk J, Mathis S, Salike S, </a:t>
            </a:r>
            <a:r>
              <a:rPr lang="en-US" altLang="ja-JP" sz="800" dirty="0" err="1">
                <a:solidFill>
                  <a:srgbClr val="000000"/>
                </a:solidFill>
                <a:ea typeface="MS PGothic" pitchFamily="34" charset="-128"/>
              </a:rPr>
              <a:t>Muraishi</a:t>
            </a:r>
            <a:r>
              <a:rPr lang="en-US" altLang="ja-JP" sz="800" dirty="0">
                <a:solidFill>
                  <a:srgbClr val="000000"/>
                </a:solidFill>
                <a:ea typeface="MS PGothic" pitchFamily="34" charset="-128"/>
              </a:rPr>
              <a:t> A, Eisenach H, Thompson TR, Chen J, </a:t>
            </a:r>
            <a:r>
              <a:rPr lang="en-US" altLang="ja-JP" sz="800" dirty="0" err="1">
                <a:solidFill>
                  <a:srgbClr val="000000"/>
                </a:solidFill>
                <a:ea typeface="MS PGothic" pitchFamily="34" charset="-128"/>
              </a:rPr>
              <a:t>Politanska</a:t>
            </a:r>
            <a:r>
              <a:rPr lang="en-US" altLang="ja-JP" sz="800" dirty="0">
                <a:solidFill>
                  <a:srgbClr val="000000"/>
                </a:solidFill>
                <a:ea typeface="MS PGothic" pitchFamily="34" charset="-128"/>
              </a:rPr>
              <a:t> Y, Sehgal E, Coventry B, Zhang O, Qiang B, Didi K, </a:t>
            </a:r>
            <a:r>
              <a:rPr lang="en-US" altLang="ja-JP" sz="800" dirty="0" err="1">
                <a:solidFill>
                  <a:srgbClr val="000000"/>
                </a:solidFill>
                <a:ea typeface="MS PGothic" pitchFamily="34" charset="-128"/>
              </a:rPr>
              <a:t>Kazman</a:t>
            </a:r>
            <a:r>
              <a:rPr lang="en-US" altLang="ja-JP" sz="800" dirty="0">
                <a:solidFill>
                  <a:srgbClr val="000000"/>
                </a:solidFill>
                <a:ea typeface="MS PGothic" pitchFamily="34" charset="-128"/>
              </a:rPr>
              <a:t> M, DiMaio F, Baker D. </a:t>
            </a:r>
            <a:r>
              <a:rPr lang="en-US" altLang="ja-JP" sz="800" i="1" dirty="0">
                <a:solidFill>
                  <a:srgbClr val="000000"/>
                </a:solidFill>
                <a:ea typeface="MS PGothic" pitchFamily="34" charset="-128"/>
              </a:rPr>
              <a:t>De novo </a:t>
            </a:r>
            <a:r>
              <a:rPr lang="en-US" altLang="ja-JP" sz="800" dirty="0">
                <a:solidFill>
                  <a:srgbClr val="000000"/>
                </a:solidFill>
                <a:ea typeface="MS PGothic" pitchFamily="34" charset="-128"/>
              </a:rPr>
              <a:t>Design of All-atom Biomolecular Interactions with RFdiffusion3. bioRxiv [Preprint]. 2025 Nov 19:2025.09.18.676967. </a:t>
            </a:r>
            <a:r>
              <a:rPr lang="en-US" altLang="ja-JP" sz="800" dirty="0" err="1">
                <a:solidFill>
                  <a:srgbClr val="000000"/>
                </a:solidFill>
                <a:ea typeface="MS PGothic" pitchFamily="34" charset="-128"/>
              </a:rPr>
              <a:t>doi</a:t>
            </a:r>
            <a:r>
              <a:rPr lang="en-US" altLang="ja-JP" sz="800" dirty="0">
                <a:solidFill>
                  <a:srgbClr val="000000"/>
                </a:solidFill>
                <a:ea typeface="MS PGothic" pitchFamily="34" charset="-128"/>
              </a:rPr>
              <a:t>: 10.1101/2025.09.18.676967. PMID: 41000976; PMCID: PMC12458353.</a:t>
            </a:r>
          </a:p>
          <a:p>
            <a:pPr marL="228600" indent="-223838">
              <a:spcBef>
                <a:spcPts val="600"/>
              </a:spcBef>
              <a:spcAft>
                <a:spcPts val="600"/>
              </a:spcAft>
              <a:buClr>
                <a:schemeClr val="tx1"/>
              </a:buClr>
              <a:buSzPct val="100000"/>
              <a:buFontTx/>
              <a:buAutoNum type="arabicPeriod"/>
            </a:pPr>
            <a:r>
              <a:rPr lang="en-US" altLang="ja-JP" sz="800" dirty="0" err="1">
                <a:solidFill>
                  <a:srgbClr val="000000"/>
                </a:solidFill>
                <a:ea typeface="MS PGothic" pitchFamily="34" charset="-128"/>
              </a:rPr>
              <a:t>Dauparas</a:t>
            </a:r>
            <a:r>
              <a:rPr lang="en-US" altLang="ja-JP" sz="800" dirty="0">
                <a:solidFill>
                  <a:srgbClr val="000000"/>
                </a:solidFill>
                <a:ea typeface="MS PGothic" pitchFamily="34" charset="-128"/>
              </a:rPr>
              <a:t> J, </a:t>
            </a:r>
            <a:r>
              <a:rPr lang="en-US" altLang="ja-JP" sz="800" dirty="0" err="1">
                <a:solidFill>
                  <a:srgbClr val="000000"/>
                </a:solidFill>
                <a:ea typeface="MS PGothic" pitchFamily="34" charset="-128"/>
              </a:rPr>
              <a:t>Anishchenko</a:t>
            </a:r>
            <a:r>
              <a:rPr lang="en-US" altLang="ja-JP" sz="800" dirty="0">
                <a:solidFill>
                  <a:srgbClr val="000000"/>
                </a:solidFill>
                <a:ea typeface="MS PGothic" pitchFamily="34" charset="-128"/>
              </a:rPr>
              <a:t> I, Bennett N, Bai H, </a:t>
            </a:r>
            <a:r>
              <a:rPr lang="en-US" altLang="ja-JP" sz="800" dirty="0" err="1">
                <a:solidFill>
                  <a:srgbClr val="000000"/>
                </a:solidFill>
                <a:ea typeface="MS PGothic" pitchFamily="34" charset="-128"/>
              </a:rPr>
              <a:t>Ragotte</a:t>
            </a:r>
            <a:r>
              <a:rPr lang="en-US" altLang="ja-JP" sz="800" dirty="0">
                <a:solidFill>
                  <a:srgbClr val="000000"/>
                </a:solidFill>
                <a:ea typeface="MS PGothic" pitchFamily="34" charset="-128"/>
              </a:rPr>
              <a:t> RJ, Milles LF, Wicky BIM, Courbet A, de Haas RJ, Bethel N, Leung PJY, Huddy TF, Pellock S, Tischer D, Chan F, Koepnick B, Nguyen H, Kang A, Sankaran B, Bera AK, King NP, Baker D. Robust deep learning-based protein sequence design using </a:t>
            </a:r>
            <a:r>
              <a:rPr lang="en-US" altLang="ja-JP" sz="800" dirty="0" err="1">
                <a:solidFill>
                  <a:srgbClr val="000000"/>
                </a:solidFill>
                <a:ea typeface="MS PGothic" pitchFamily="34" charset="-128"/>
              </a:rPr>
              <a:t>ProteinMPNN</a:t>
            </a:r>
            <a:r>
              <a:rPr lang="en-US" altLang="ja-JP" sz="800" dirty="0">
                <a:solidFill>
                  <a:srgbClr val="000000"/>
                </a:solidFill>
                <a:ea typeface="MS PGothic" pitchFamily="34" charset="-128"/>
              </a:rPr>
              <a:t>. Science. 2022 Oct 7;378(6615):49-56. </a:t>
            </a:r>
            <a:r>
              <a:rPr lang="en-US" altLang="ja-JP" sz="800" dirty="0" err="1">
                <a:solidFill>
                  <a:srgbClr val="000000"/>
                </a:solidFill>
                <a:ea typeface="MS PGothic" pitchFamily="34" charset="-128"/>
              </a:rPr>
              <a:t>doi</a:t>
            </a:r>
            <a:r>
              <a:rPr lang="en-US" altLang="ja-JP" sz="800" dirty="0">
                <a:solidFill>
                  <a:srgbClr val="000000"/>
                </a:solidFill>
                <a:ea typeface="MS PGothic" pitchFamily="34" charset="-128"/>
              </a:rPr>
              <a:t>: 10.1126/science.add2187. </a:t>
            </a:r>
            <a:r>
              <a:rPr lang="en-US" altLang="ja-JP" sz="800" dirty="0" err="1">
                <a:solidFill>
                  <a:srgbClr val="000000"/>
                </a:solidFill>
                <a:ea typeface="MS PGothic" pitchFamily="34" charset="-128"/>
              </a:rPr>
              <a:t>Epub</a:t>
            </a:r>
            <a:r>
              <a:rPr lang="en-US" altLang="ja-JP" sz="800" dirty="0">
                <a:solidFill>
                  <a:srgbClr val="000000"/>
                </a:solidFill>
                <a:ea typeface="MS PGothic" pitchFamily="34" charset="-128"/>
              </a:rPr>
              <a:t> 2022 Sep 15. PMID: 36108050; PMCID: PMC9997061.</a:t>
            </a:r>
          </a:p>
          <a:p>
            <a:pPr marL="228600" indent="-223838">
              <a:spcBef>
                <a:spcPts val="600"/>
              </a:spcBef>
              <a:spcAft>
                <a:spcPts val="600"/>
              </a:spcAft>
              <a:buClr>
                <a:schemeClr val="tx1"/>
              </a:buClr>
              <a:buSzPct val="100000"/>
              <a:buFontTx/>
              <a:buAutoNum type="arabicPeriod"/>
            </a:pPr>
            <a:r>
              <a:rPr lang="en-US" altLang="ja-JP" sz="800" dirty="0" err="1">
                <a:solidFill>
                  <a:srgbClr val="000000"/>
                </a:solidFill>
                <a:ea typeface="MS PGothic" pitchFamily="34" charset="-128"/>
              </a:rPr>
              <a:t>Boitreaud</a:t>
            </a:r>
            <a:r>
              <a:rPr lang="en-US" altLang="ja-JP" sz="800" dirty="0">
                <a:solidFill>
                  <a:srgbClr val="000000"/>
                </a:solidFill>
                <a:ea typeface="MS PGothic" pitchFamily="34" charset="-128"/>
              </a:rPr>
              <a:t>, Jacques &amp; Dent, Jack &amp; </a:t>
            </a:r>
            <a:r>
              <a:rPr lang="en-US" altLang="ja-JP" sz="800" dirty="0" err="1">
                <a:solidFill>
                  <a:srgbClr val="000000"/>
                </a:solidFill>
                <a:ea typeface="MS PGothic" pitchFamily="34" charset="-128"/>
              </a:rPr>
              <a:t>Mcpartlon</a:t>
            </a:r>
            <a:r>
              <a:rPr lang="en-US" altLang="ja-JP" sz="800" dirty="0">
                <a:solidFill>
                  <a:srgbClr val="000000"/>
                </a:solidFill>
                <a:ea typeface="MS PGothic" pitchFamily="34" charset="-128"/>
              </a:rPr>
              <a:t>, Matthew &amp; Meier, Joshua &amp; Reis, Vinicius &amp; </a:t>
            </a:r>
            <a:r>
              <a:rPr lang="en-US" altLang="ja-JP" sz="800" dirty="0" err="1">
                <a:solidFill>
                  <a:srgbClr val="000000"/>
                </a:solidFill>
                <a:ea typeface="MS PGothic" pitchFamily="34" charset="-128"/>
              </a:rPr>
              <a:t>Rogozhonikov</a:t>
            </a:r>
            <a:r>
              <a:rPr lang="en-US" altLang="ja-JP" sz="800" dirty="0">
                <a:solidFill>
                  <a:srgbClr val="000000"/>
                </a:solidFill>
                <a:ea typeface="MS PGothic" pitchFamily="34" charset="-128"/>
              </a:rPr>
              <a:t>, Alex &amp; Wu, Kevin. (2024). Chai-1: Decoding the molecular interactions of life. 10.1101/2024.10.10.615955. </a:t>
            </a:r>
          </a:p>
          <a:p>
            <a:pPr marL="228600" indent="-223838">
              <a:spcBef>
                <a:spcPts val="600"/>
              </a:spcBef>
              <a:spcAft>
                <a:spcPts val="600"/>
              </a:spcAft>
              <a:buClr>
                <a:schemeClr val="tx1"/>
              </a:buClr>
              <a:buSzPct val="100000"/>
              <a:buFontTx/>
              <a:buAutoNum type="arabicPeriod"/>
            </a:pPr>
            <a:r>
              <a:rPr lang="en-US" altLang="ja-JP" sz="800" dirty="0" err="1">
                <a:solidFill>
                  <a:srgbClr val="000000"/>
                </a:solidFill>
                <a:ea typeface="MS PGothic" pitchFamily="34" charset="-128"/>
              </a:rPr>
              <a:t>Löfdahl</a:t>
            </a:r>
            <a:r>
              <a:rPr lang="en-US" altLang="ja-JP" sz="800" dirty="0">
                <a:solidFill>
                  <a:srgbClr val="000000"/>
                </a:solidFill>
                <a:ea typeface="MS PGothic" pitchFamily="34" charset="-128"/>
              </a:rPr>
              <a:t> PA, Nord O, </a:t>
            </a:r>
            <a:r>
              <a:rPr lang="en-US" altLang="ja-JP" sz="800" dirty="0" err="1">
                <a:solidFill>
                  <a:srgbClr val="000000"/>
                </a:solidFill>
                <a:ea typeface="MS PGothic" pitchFamily="34" charset="-128"/>
              </a:rPr>
              <a:t>Janzon</a:t>
            </a:r>
            <a:r>
              <a:rPr lang="en-US" altLang="ja-JP" sz="800" dirty="0">
                <a:solidFill>
                  <a:srgbClr val="000000"/>
                </a:solidFill>
                <a:ea typeface="MS PGothic" pitchFamily="34" charset="-128"/>
              </a:rPr>
              <a:t> L, Nygren PA. Selection of TNF-alpha binding affibody molecules using a beta-lactamase protein fragment complementation assay. N </a:t>
            </a:r>
            <a:r>
              <a:rPr lang="en-US" altLang="ja-JP" sz="800" dirty="0" err="1">
                <a:solidFill>
                  <a:srgbClr val="000000"/>
                </a:solidFill>
                <a:ea typeface="MS PGothic" pitchFamily="34" charset="-128"/>
              </a:rPr>
              <a:t>Biotechnol</a:t>
            </a:r>
            <a:r>
              <a:rPr lang="en-US" altLang="ja-JP" sz="800" dirty="0">
                <a:solidFill>
                  <a:srgbClr val="000000"/>
                </a:solidFill>
                <a:ea typeface="MS PGothic" pitchFamily="34" charset="-128"/>
              </a:rPr>
              <a:t>. 2009 Nov 30;26(5):251-9. </a:t>
            </a:r>
            <a:r>
              <a:rPr lang="en-US" altLang="ja-JP" sz="800" dirty="0" err="1">
                <a:solidFill>
                  <a:srgbClr val="000000"/>
                </a:solidFill>
                <a:ea typeface="MS PGothic" pitchFamily="34" charset="-128"/>
              </a:rPr>
              <a:t>doi</a:t>
            </a:r>
            <a:r>
              <a:rPr lang="en-US" altLang="ja-JP" sz="800" dirty="0">
                <a:solidFill>
                  <a:srgbClr val="000000"/>
                </a:solidFill>
                <a:ea typeface="MS PGothic" pitchFamily="34" charset="-128"/>
              </a:rPr>
              <a:t>: 10.1016/j.nbt.2009.06.980. </a:t>
            </a:r>
            <a:r>
              <a:rPr lang="en-US" altLang="ja-JP" sz="800" dirty="0" err="1">
                <a:solidFill>
                  <a:srgbClr val="000000"/>
                </a:solidFill>
                <a:ea typeface="MS PGothic" pitchFamily="34" charset="-128"/>
              </a:rPr>
              <a:t>Epub</a:t>
            </a:r>
            <a:r>
              <a:rPr lang="en-US" altLang="ja-JP" sz="800" dirty="0">
                <a:solidFill>
                  <a:srgbClr val="000000"/>
                </a:solidFill>
                <a:ea typeface="MS PGothic" pitchFamily="34" charset="-128"/>
              </a:rPr>
              <a:t> 2009 Jul 1. PMID: 19576305.</a:t>
            </a:r>
          </a:p>
          <a:p>
            <a:pPr marL="4762" indent="0">
              <a:spcBef>
                <a:spcPts val="600"/>
              </a:spcBef>
              <a:spcAft>
                <a:spcPts val="600"/>
              </a:spcAft>
              <a:buClr>
                <a:schemeClr val="tx1"/>
              </a:buClr>
              <a:buSzPct val="100000"/>
            </a:pPr>
            <a:r>
              <a:rPr lang="en-US" altLang="ja-JP" sz="800" b="1" dirty="0">
                <a:solidFill>
                  <a:srgbClr val="000000"/>
                </a:solidFill>
                <a:ea typeface="MS PGothic" pitchFamily="34" charset="-128"/>
              </a:rPr>
              <a:t>Acknowledgements:</a:t>
            </a:r>
            <a:r>
              <a:rPr lang="en-US" altLang="ja-JP" sz="800" dirty="0">
                <a:solidFill>
                  <a:srgbClr val="000000"/>
                </a:solidFill>
                <a:ea typeface="MS PGothic" pitchFamily="34" charset="-128"/>
              </a:rPr>
              <a:t> Dr. Adam Smiley, Dr. Douglas Brownfield, Brownfield Lab, Mayo SURF Program</a:t>
            </a:r>
            <a:endParaRPr lang="en-US" altLang="ja-JP" sz="800" b="1" dirty="0">
              <a:solidFill>
                <a:srgbClr val="000000"/>
              </a:solidFill>
              <a:ea typeface="MS PGothic" pitchFamily="34" charset="-128"/>
            </a:endParaRPr>
          </a:p>
          <a:p>
            <a:pPr marL="228600" indent="-223838">
              <a:spcBef>
                <a:spcPts val="600"/>
              </a:spcBef>
              <a:spcAft>
                <a:spcPts val="600"/>
              </a:spcAft>
              <a:buClr>
                <a:schemeClr val="tx1"/>
              </a:buClr>
              <a:buSzPct val="100000"/>
              <a:buFontTx/>
              <a:buAutoNum type="arabicPeriod"/>
            </a:pPr>
            <a:endParaRPr lang="en-US" altLang="ja-JP" sz="800" dirty="0">
              <a:solidFill>
                <a:srgbClr val="000000"/>
              </a:solidFill>
              <a:ea typeface="MS PGothic" pitchFamily="34" charset="-128"/>
            </a:endParaRPr>
          </a:p>
          <a:p>
            <a:pPr marL="228600" indent="-223838">
              <a:spcBef>
                <a:spcPts val="600"/>
              </a:spcBef>
              <a:spcAft>
                <a:spcPts val="600"/>
              </a:spcAft>
              <a:buClr>
                <a:schemeClr val="tx1"/>
              </a:buClr>
              <a:buSzPct val="100000"/>
              <a:buFontTx/>
              <a:buAutoNum type="arabicPeriod"/>
            </a:pPr>
            <a:endParaRPr lang="en-US" altLang="ja-JP" sz="800" dirty="0">
              <a:ea typeface="MS PGothic" pitchFamily="34" charset="-128"/>
            </a:endParaRPr>
          </a:p>
        </p:txBody>
      </p:sp>
      <p:sp>
        <p:nvSpPr>
          <p:cNvPr id="13840" name="Text Box 528"/>
          <p:cNvSpPr txBox="1">
            <a:spLocks noChangeArrowheads="1"/>
          </p:cNvSpPr>
          <p:nvPr/>
        </p:nvSpPr>
        <p:spPr bwMode="auto">
          <a:xfrm>
            <a:off x="466344" y="3685032"/>
            <a:ext cx="4983480" cy="788465"/>
          </a:xfrm>
          <a:prstGeom prst="rect">
            <a:avLst/>
          </a:prstGeom>
          <a:noFill/>
          <a:ln>
            <a:noFill/>
          </a:ln>
          <a:effectLst/>
        </p:spPr>
        <p:txBody>
          <a:bodyPr wrap="square" lIns="137160" tIns="91440" rIns="91440" bIns="137160">
            <a:noAutofit/>
          </a:bodyPr>
          <a:lstStyle>
            <a:lvl1pPr algn="l" defTabSz="457200">
              <a:spcBef>
                <a:spcPct val="0"/>
              </a:spcBef>
              <a:defRPr>
                <a:solidFill>
                  <a:schemeClr val="tx1"/>
                </a:solidFill>
                <a:latin typeface="Arial" charset="0"/>
                <a:cs typeface="Arial" charset="0"/>
              </a:defRPr>
            </a:lvl1pPr>
            <a:lvl2pPr marL="11430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lvl="1">
              <a:spcBef>
                <a:spcPts val="600"/>
              </a:spcBef>
              <a:spcAft>
                <a:spcPts val="600"/>
              </a:spcAft>
              <a:buClr>
                <a:schemeClr val="tx1"/>
              </a:buClr>
              <a:buSzTx/>
              <a:buFont typeface="Wingdings" pitchFamily="2" charset="2"/>
              <a:buNone/>
            </a:pPr>
            <a:r>
              <a:rPr lang="en-US" altLang="ja-JP" sz="1400" b="1" cap="all" dirty="0">
                <a:solidFill>
                  <a:schemeClr val="accent1"/>
                </a:solidFill>
                <a:ea typeface="MS PGothic" pitchFamily="34" charset="-128"/>
              </a:rPr>
              <a:t>What is </a:t>
            </a:r>
            <a:r>
              <a:rPr lang="en-US" altLang="ja-JP" sz="1400" b="1" cap="all" dirty="0" err="1">
                <a:solidFill>
                  <a:schemeClr val="accent1"/>
                </a:solidFill>
                <a:ea typeface="MS PGothic" pitchFamily="34" charset="-128"/>
              </a:rPr>
              <a:t>fgf</a:t>
            </a:r>
            <a:r>
              <a:rPr lang="en-US" altLang="ja-JP" sz="1400" b="1" cap="all" dirty="0">
                <a:solidFill>
                  <a:schemeClr val="accent1"/>
                </a:solidFill>
                <a:ea typeface="MS PGothic" pitchFamily="34" charset="-128"/>
              </a:rPr>
              <a:t> signaling? </a:t>
            </a:r>
            <a:br>
              <a:rPr lang="en-US" altLang="ja-JP" sz="1400" b="1" dirty="0">
                <a:ea typeface="MS PGothic" pitchFamily="34" charset="-128"/>
              </a:rPr>
            </a:br>
            <a:r>
              <a:rPr lang="en-US" altLang="ja-JP" sz="1400" dirty="0">
                <a:ea typeface="MS PGothic" pitchFamily="34" charset="-128"/>
              </a:rPr>
              <a:t>FGF signaling is a major developmental pathway involved in organ development. The Brownfield Lab is focusing on its role in developing the lung’s alveolar epithelium</a:t>
            </a:r>
            <a:endParaRPr lang="en-US" altLang="ja-JP" sz="1400" b="1" cap="all" dirty="0">
              <a:solidFill>
                <a:schemeClr val="accent1"/>
              </a:solidFill>
              <a:ea typeface="MS PGothic" pitchFamily="34" charset="-128"/>
            </a:endParaRPr>
          </a:p>
          <a:p>
            <a:pPr marL="0" lvl="1">
              <a:spcBef>
                <a:spcPts val="600"/>
              </a:spcBef>
              <a:spcAft>
                <a:spcPts val="600"/>
              </a:spcAft>
              <a:buClr>
                <a:schemeClr val="tx1"/>
              </a:buClr>
              <a:buSzTx/>
              <a:buFont typeface="Wingdings" pitchFamily="2" charset="2"/>
              <a:buNone/>
            </a:pPr>
            <a:endParaRPr lang="en-US" altLang="ja-JP" sz="1400" dirty="0">
              <a:ea typeface="MS PGothic" pitchFamily="34" charset="-128"/>
            </a:endParaRPr>
          </a:p>
        </p:txBody>
      </p:sp>
      <p:sp>
        <p:nvSpPr>
          <p:cNvPr id="13850" name="Text Box 538"/>
          <p:cNvSpPr txBox="1">
            <a:spLocks noChangeArrowheads="1"/>
          </p:cNvSpPr>
          <p:nvPr/>
        </p:nvSpPr>
        <p:spPr bwMode="auto">
          <a:xfrm>
            <a:off x="5804399" y="3685032"/>
            <a:ext cx="4983480" cy="2569934"/>
          </a:xfrm>
          <a:prstGeom prst="rect">
            <a:avLst/>
          </a:prstGeom>
          <a:noFill/>
          <a:ln>
            <a:noFill/>
          </a:ln>
          <a:effectLst/>
        </p:spPr>
        <p:txBody>
          <a:bodyPr wrap="square" lIns="137160" tIns="91440" rIns="91440" bIns="137160" anchor="t" anchorCtr="0">
            <a:spAutoFit/>
          </a:bodyPr>
          <a:lstStyle>
            <a:lvl1pPr marL="114300" algn="l" defTabSz="457200">
              <a:spcBef>
                <a:spcPct val="0"/>
              </a:spcBef>
              <a:defRPr>
                <a:solidFill>
                  <a:schemeClr val="tx1"/>
                </a:solidFill>
                <a:latin typeface="Arial" charset="0"/>
                <a:cs typeface="Arial" charset="0"/>
              </a:defRPr>
            </a:lvl1pPr>
            <a:lvl2pPr marL="1257300" indent="-40005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a:spcBef>
                <a:spcPts val="600"/>
              </a:spcBef>
              <a:spcAft>
                <a:spcPts val="600"/>
              </a:spcAft>
              <a:buClr>
                <a:schemeClr val="tx1"/>
              </a:buClr>
              <a:buFont typeface="Wingdings" pitchFamily="2" charset="2"/>
              <a:buNone/>
            </a:pPr>
            <a:r>
              <a:rPr lang="en-US" altLang="ja-JP" sz="1400" b="1" cap="all" dirty="0">
                <a:solidFill>
                  <a:schemeClr val="accent1"/>
                </a:solidFill>
                <a:ea typeface="MS PGothic" pitchFamily="34" charset="-128"/>
              </a:rPr>
              <a:t>Design homodimers </a:t>
            </a:r>
            <a:r>
              <a:rPr lang="en-US" altLang="ja-JP" sz="1400" b="1" i="1" cap="all" dirty="0">
                <a:solidFill>
                  <a:schemeClr val="accent1"/>
                </a:solidFill>
                <a:ea typeface="MS PGothic" pitchFamily="34" charset="-128"/>
              </a:rPr>
              <a:t>in silico</a:t>
            </a:r>
            <a:br>
              <a:rPr lang="en-US" altLang="ja-JP" sz="1400" b="1" dirty="0">
                <a:ea typeface="MS PGothic" pitchFamily="34" charset="-128"/>
              </a:rPr>
            </a:br>
            <a:r>
              <a:rPr lang="en-US" altLang="ja-JP" sz="1400" dirty="0">
                <a:ea typeface="MS PGothic" pitchFamily="34" charset="-128"/>
              </a:rPr>
              <a:t>Create </a:t>
            </a:r>
            <a:r>
              <a:rPr lang="en-US" altLang="ja-JP" sz="1400" i="1" dirty="0">
                <a:ea typeface="MS PGothic" pitchFamily="34" charset="-128"/>
              </a:rPr>
              <a:t>de novo </a:t>
            </a:r>
            <a:r>
              <a:rPr lang="en-US" altLang="ja-JP" sz="1400" dirty="0">
                <a:ea typeface="MS PGothic" pitchFamily="34" charset="-128"/>
              </a:rPr>
              <a:t>homodimers that may be able to lock the Fgfr2 in a pro-signaling conformation:</a:t>
            </a:r>
          </a:p>
          <a:p>
            <a:pPr marL="342900" indent="-342900">
              <a:spcBef>
                <a:spcPts val="600"/>
              </a:spcBef>
              <a:spcAft>
                <a:spcPts val="600"/>
              </a:spcAft>
              <a:buClr>
                <a:schemeClr val="tx1"/>
              </a:buClr>
              <a:buSzPct val="100000"/>
              <a:buFont typeface="+mj-lt"/>
              <a:buAutoNum type="arabicPeriod"/>
            </a:pPr>
            <a:r>
              <a:rPr lang="en-US" altLang="ja-JP" sz="1400" dirty="0">
                <a:ea typeface="MS PGothic" pitchFamily="34" charset="-128"/>
              </a:rPr>
              <a:t>Generate protein backbones via RFDiffusion3</a:t>
            </a:r>
          </a:p>
          <a:p>
            <a:pPr marL="342900" indent="-342900">
              <a:spcBef>
                <a:spcPts val="600"/>
              </a:spcBef>
              <a:spcAft>
                <a:spcPts val="600"/>
              </a:spcAft>
              <a:buClr>
                <a:schemeClr val="tx1"/>
              </a:buClr>
              <a:buSzPct val="100000"/>
              <a:buFont typeface="+mj-lt"/>
              <a:buAutoNum type="arabicPeriod"/>
            </a:pPr>
            <a:r>
              <a:rPr lang="pt-BR" altLang="ja-JP" sz="1400" dirty="0">
                <a:ea typeface="MS PGothic" pitchFamily="34" charset="-128"/>
              </a:rPr>
              <a:t>Generate homodimer sequences via LigandMPNN</a:t>
            </a:r>
          </a:p>
          <a:p>
            <a:pPr marL="342900" indent="-342900">
              <a:spcBef>
                <a:spcPts val="600"/>
              </a:spcBef>
              <a:spcAft>
                <a:spcPts val="600"/>
              </a:spcAft>
              <a:buClr>
                <a:schemeClr val="tx1"/>
              </a:buClr>
              <a:buSzPct val="100000"/>
              <a:buFont typeface="+mj-lt"/>
              <a:buAutoNum type="arabicPeriod"/>
            </a:pPr>
            <a:r>
              <a:rPr lang="en-US" altLang="ja-JP" sz="1400" dirty="0">
                <a:ea typeface="MS PGothic" pitchFamily="34" charset="-128"/>
              </a:rPr>
              <a:t>Validate </a:t>
            </a:r>
            <a:r>
              <a:rPr lang="en-US" altLang="ja-JP" sz="1400" dirty="0">
                <a:solidFill>
                  <a:srgbClr val="000000"/>
                </a:solidFill>
                <a:ea typeface="MS PGothic" pitchFamily="34" charset="-128"/>
              </a:rPr>
              <a:t>structures</a:t>
            </a:r>
            <a:r>
              <a:rPr lang="en-US" altLang="ja-JP" sz="1400" dirty="0">
                <a:ea typeface="MS PGothic" pitchFamily="34" charset="-128"/>
              </a:rPr>
              <a:t> with Chai1</a:t>
            </a:r>
          </a:p>
          <a:p>
            <a:pPr marL="342900" indent="-342900">
              <a:spcBef>
                <a:spcPts val="600"/>
              </a:spcBef>
              <a:spcAft>
                <a:spcPts val="600"/>
              </a:spcAft>
              <a:buClr>
                <a:schemeClr val="tx1"/>
              </a:buClr>
              <a:buSzPct val="100000"/>
              <a:buFont typeface="+mj-lt"/>
              <a:buAutoNum type="arabicPeriod"/>
            </a:pPr>
            <a:r>
              <a:rPr lang="en-US" altLang="ja-JP" sz="1400" i="1" dirty="0">
                <a:ea typeface="MS PGothic" pitchFamily="34" charset="-128"/>
              </a:rPr>
              <a:t>In silico </a:t>
            </a:r>
            <a:r>
              <a:rPr lang="en-US" altLang="ja-JP" sz="1400" dirty="0">
                <a:ea typeface="MS PGothic" pitchFamily="34" charset="-128"/>
              </a:rPr>
              <a:t>evaluation to select the 20 homodimer designs for </a:t>
            </a:r>
            <a:r>
              <a:rPr lang="en-US" altLang="ja-JP" sz="1400" i="1" dirty="0">
                <a:ea typeface="MS PGothic" pitchFamily="34" charset="-128"/>
              </a:rPr>
              <a:t>in vitro</a:t>
            </a:r>
            <a:r>
              <a:rPr lang="en-US" altLang="ja-JP" sz="1400" dirty="0">
                <a:ea typeface="MS PGothic" pitchFamily="34" charset="-128"/>
              </a:rPr>
              <a:t> testing</a:t>
            </a:r>
          </a:p>
        </p:txBody>
      </p:sp>
      <p:sp>
        <p:nvSpPr>
          <p:cNvPr id="4" name="Text Placeholder 3">
            <a:extLst>
              <a:ext uri="{FF2B5EF4-FFF2-40B4-BE49-F238E27FC236}">
                <a16:creationId xmlns:a16="http://schemas.microsoft.com/office/drawing/2014/main" id="{828BCCD6-60C5-4B3E-AF74-435F51A7B61D}"/>
              </a:ext>
            </a:extLst>
          </p:cNvPr>
          <p:cNvSpPr>
            <a:spLocks noGrp="1"/>
          </p:cNvSpPr>
          <p:nvPr>
            <p:ph type="body" sz="quarter" idx="12"/>
          </p:nvPr>
        </p:nvSpPr>
        <p:spPr>
          <a:xfrm>
            <a:off x="4114800" y="956157"/>
            <a:ext cx="13716000" cy="1243584"/>
          </a:xfrm>
        </p:spPr>
        <p:txBody>
          <a:bodyPr/>
          <a:lstStyle/>
          <a:p>
            <a:r>
              <a:rPr lang="en-US" dirty="0">
                <a:solidFill>
                  <a:schemeClr val="bg1"/>
                </a:solidFill>
              </a:rPr>
              <a:t>Towards the Design of an FGF Signaling Agonist</a:t>
            </a:r>
          </a:p>
        </p:txBody>
      </p:sp>
      <p:sp>
        <p:nvSpPr>
          <p:cNvPr id="15" name="Text Placeholder 14">
            <a:extLst>
              <a:ext uri="{FF2B5EF4-FFF2-40B4-BE49-F238E27FC236}">
                <a16:creationId xmlns:a16="http://schemas.microsoft.com/office/drawing/2014/main" id="{A56F452E-2289-AB46-86E1-44D4CE84B36A}"/>
              </a:ext>
            </a:extLst>
          </p:cNvPr>
          <p:cNvSpPr>
            <a:spLocks noGrp="1"/>
          </p:cNvSpPr>
          <p:nvPr>
            <p:ph type="body" sz="quarter" idx="10"/>
          </p:nvPr>
        </p:nvSpPr>
        <p:spPr/>
        <p:txBody>
          <a:bodyPr/>
          <a:lstStyle/>
          <a:p>
            <a:r>
              <a:rPr lang="en-US" altLang="en-US" sz="1800" dirty="0"/>
              <a:t>Kaavya Uppala</a:t>
            </a:r>
            <a:r>
              <a:rPr lang="en-US" altLang="en-US" sz="1800" baseline="30000" dirty="0"/>
              <a:t>1</a:t>
            </a:r>
            <a:r>
              <a:rPr lang="en-US" altLang="en-US" sz="1800" dirty="0"/>
              <a:t>, Adam T. Smiley, Ph.D.</a:t>
            </a:r>
            <a:r>
              <a:rPr lang="en-US" altLang="en-US" sz="1800" baseline="30000" dirty="0"/>
              <a:t>2</a:t>
            </a:r>
            <a:r>
              <a:rPr lang="en-US" altLang="en-US" sz="1800" dirty="0"/>
              <a:t>, Douglas G. Brownfield, Ph.D.</a:t>
            </a:r>
            <a:r>
              <a:rPr lang="en-US" altLang="en-US" sz="1800" baseline="30000" dirty="0"/>
              <a:t>1.2</a:t>
            </a:r>
          </a:p>
          <a:p>
            <a:r>
              <a:rPr lang="en-US" altLang="en-US" sz="1400" b="0" baseline="30000" dirty="0"/>
              <a:t>1</a:t>
            </a:r>
            <a:r>
              <a:rPr lang="en-US" altLang="en-US" sz="1400" b="0" dirty="0"/>
              <a:t>Division of Biochemistry and Molecular Biology, </a:t>
            </a:r>
            <a:r>
              <a:rPr lang="en-US" altLang="en-US" sz="1400" b="0" baseline="30000" dirty="0"/>
              <a:t>2</a:t>
            </a:r>
            <a:r>
              <a:rPr lang="en-US" altLang="en-US" sz="1400" b="0" dirty="0"/>
              <a:t>Department of Pulmonary and Critical Care Medicine</a:t>
            </a:r>
          </a:p>
        </p:txBody>
      </p:sp>
      <p:sp>
        <p:nvSpPr>
          <p:cNvPr id="34" name="Text Box 529">
            <a:extLst>
              <a:ext uri="{FF2B5EF4-FFF2-40B4-BE49-F238E27FC236}">
                <a16:creationId xmlns:a16="http://schemas.microsoft.com/office/drawing/2014/main" id="{ED9B1FF6-179D-8C46-9049-3FDFE6795F82}"/>
              </a:ext>
            </a:extLst>
          </p:cNvPr>
          <p:cNvSpPr txBox="1">
            <a:spLocks noChangeArrowheads="1"/>
          </p:cNvSpPr>
          <p:nvPr/>
        </p:nvSpPr>
        <p:spPr bwMode="auto">
          <a:xfrm>
            <a:off x="466344" y="3140173"/>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dirty="0">
                <a:solidFill>
                  <a:schemeClr val="bg1"/>
                </a:solidFill>
              </a:rPr>
              <a:t>Background</a:t>
            </a:r>
          </a:p>
        </p:txBody>
      </p:sp>
      <p:sp>
        <p:nvSpPr>
          <p:cNvPr id="36" name="Text Box 529">
            <a:extLst>
              <a:ext uri="{FF2B5EF4-FFF2-40B4-BE49-F238E27FC236}">
                <a16:creationId xmlns:a16="http://schemas.microsoft.com/office/drawing/2014/main" id="{1EF5A9CA-A57E-4E4B-804C-E1DE66F8A770}"/>
              </a:ext>
            </a:extLst>
          </p:cNvPr>
          <p:cNvSpPr txBox="1">
            <a:spLocks noChangeArrowheads="1"/>
          </p:cNvSpPr>
          <p:nvPr/>
        </p:nvSpPr>
        <p:spPr bwMode="auto">
          <a:xfrm>
            <a:off x="11140440" y="3140173"/>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dirty="0">
                <a:solidFill>
                  <a:schemeClr val="bg1"/>
                </a:solidFill>
              </a:rPr>
              <a:t>results</a:t>
            </a:r>
          </a:p>
        </p:txBody>
      </p:sp>
      <p:sp>
        <p:nvSpPr>
          <p:cNvPr id="37" name="Text Box 529">
            <a:extLst>
              <a:ext uri="{FF2B5EF4-FFF2-40B4-BE49-F238E27FC236}">
                <a16:creationId xmlns:a16="http://schemas.microsoft.com/office/drawing/2014/main" id="{602F5C51-8DDC-7946-ADD3-052C9B70D046}"/>
              </a:ext>
            </a:extLst>
          </p:cNvPr>
          <p:cNvSpPr txBox="1">
            <a:spLocks noChangeArrowheads="1"/>
          </p:cNvSpPr>
          <p:nvPr/>
        </p:nvSpPr>
        <p:spPr bwMode="auto">
          <a:xfrm>
            <a:off x="16477488" y="3140173"/>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dirty="0">
                <a:solidFill>
                  <a:schemeClr val="bg1"/>
                </a:solidFill>
              </a:rPr>
              <a:t>Discussion</a:t>
            </a:r>
          </a:p>
        </p:txBody>
      </p:sp>
      <p:sp>
        <p:nvSpPr>
          <p:cNvPr id="38" name="Text Box 529">
            <a:extLst>
              <a:ext uri="{FF2B5EF4-FFF2-40B4-BE49-F238E27FC236}">
                <a16:creationId xmlns:a16="http://schemas.microsoft.com/office/drawing/2014/main" id="{17A0BF48-F3E4-E844-BB25-815EFDA99308}"/>
              </a:ext>
            </a:extLst>
          </p:cNvPr>
          <p:cNvSpPr txBox="1">
            <a:spLocks noChangeArrowheads="1"/>
          </p:cNvSpPr>
          <p:nvPr/>
        </p:nvSpPr>
        <p:spPr bwMode="auto">
          <a:xfrm>
            <a:off x="5798534" y="3140173"/>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dirty="0">
                <a:solidFill>
                  <a:schemeClr val="bg1"/>
                </a:solidFill>
              </a:rPr>
              <a:t>methods</a:t>
            </a:r>
          </a:p>
        </p:txBody>
      </p:sp>
      <p:sp>
        <p:nvSpPr>
          <p:cNvPr id="42" name="Text Box 529">
            <a:extLst>
              <a:ext uri="{FF2B5EF4-FFF2-40B4-BE49-F238E27FC236}">
                <a16:creationId xmlns:a16="http://schemas.microsoft.com/office/drawing/2014/main" id="{D0C233AD-89C3-2743-A44C-BB223841EED6}"/>
              </a:ext>
            </a:extLst>
          </p:cNvPr>
          <p:cNvSpPr txBox="1">
            <a:spLocks noChangeArrowheads="1"/>
          </p:cNvSpPr>
          <p:nvPr/>
        </p:nvSpPr>
        <p:spPr bwMode="auto">
          <a:xfrm>
            <a:off x="16477488" y="8396818"/>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dirty="0">
                <a:solidFill>
                  <a:schemeClr val="bg1"/>
                </a:solidFill>
              </a:rPr>
              <a:t>Future directions</a:t>
            </a:r>
          </a:p>
        </p:txBody>
      </p:sp>
      <p:sp>
        <p:nvSpPr>
          <p:cNvPr id="45" name="Text Box 529">
            <a:extLst>
              <a:ext uri="{FF2B5EF4-FFF2-40B4-BE49-F238E27FC236}">
                <a16:creationId xmlns:a16="http://schemas.microsoft.com/office/drawing/2014/main" id="{39F72AC6-915E-924C-A972-04FF984F128E}"/>
              </a:ext>
            </a:extLst>
          </p:cNvPr>
          <p:cNvSpPr txBox="1">
            <a:spLocks noChangeArrowheads="1"/>
          </p:cNvSpPr>
          <p:nvPr/>
        </p:nvSpPr>
        <p:spPr bwMode="auto">
          <a:xfrm>
            <a:off x="16477488" y="11075568"/>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dirty="0">
                <a:solidFill>
                  <a:schemeClr val="bg1"/>
                </a:solidFill>
              </a:rPr>
              <a:t>references</a:t>
            </a:r>
          </a:p>
        </p:txBody>
      </p:sp>
      <p:sp>
        <p:nvSpPr>
          <p:cNvPr id="2" name="Text Box 529">
            <a:extLst>
              <a:ext uri="{FF2B5EF4-FFF2-40B4-BE49-F238E27FC236}">
                <a16:creationId xmlns:a16="http://schemas.microsoft.com/office/drawing/2014/main" id="{7583AA70-0BBB-57A2-E7A2-2AD4AD166E37}"/>
              </a:ext>
            </a:extLst>
          </p:cNvPr>
          <p:cNvSpPr txBox="1">
            <a:spLocks noChangeArrowheads="1"/>
          </p:cNvSpPr>
          <p:nvPr/>
        </p:nvSpPr>
        <p:spPr bwMode="auto">
          <a:xfrm>
            <a:off x="5774321" y="6323142"/>
            <a:ext cx="4983480" cy="307777"/>
          </a:xfrm>
          <a:prstGeom prst="rect">
            <a:avLst/>
          </a:prstGeom>
          <a:noFill/>
          <a:ln>
            <a:noFill/>
          </a:ln>
          <a:effectLst/>
        </p:spPr>
        <p:txBody>
          <a:bodyPr lIns="13716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spcBef>
                <a:spcPct val="50000"/>
              </a:spcBef>
              <a:buClrTx/>
              <a:buSzTx/>
            </a:pPr>
            <a:r>
              <a:rPr lang="en-US" altLang="en-US" sz="1400" b="1" dirty="0">
                <a:solidFill>
                  <a:schemeClr val="accent1"/>
                </a:solidFill>
              </a:rPr>
              <a:t>Figure 3: Protein Design Workflow</a:t>
            </a:r>
          </a:p>
        </p:txBody>
      </p:sp>
      <p:sp>
        <p:nvSpPr>
          <p:cNvPr id="11" name="Text Box 538">
            <a:extLst>
              <a:ext uri="{FF2B5EF4-FFF2-40B4-BE49-F238E27FC236}">
                <a16:creationId xmlns:a16="http://schemas.microsoft.com/office/drawing/2014/main" id="{6FA73667-B3B2-3681-51D9-61A950341EF3}"/>
              </a:ext>
            </a:extLst>
          </p:cNvPr>
          <p:cNvSpPr txBox="1">
            <a:spLocks noChangeArrowheads="1"/>
          </p:cNvSpPr>
          <p:nvPr/>
        </p:nvSpPr>
        <p:spPr bwMode="auto">
          <a:xfrm>
            <a:off x="5810264" y="10303096"/>
            <a:ext cx="4983480" cy="2846933"/>
          </a:xfrm>
          <a:prstGeom prst="rect">
            <a:avLst/>
          </a:prstGeom>
          <a:noFill/>
          <a:ln>
            <a:noFill/>
          </a:ln>
          <a:effectLst/>
        </p:spPr>
        <p:txBody>
          <a:bodyPr wrap="square" lIns="137160" tIns="91440" rIns="91440" bIns="137160" anchor="t" anchorCtr="0">
            <a:spAutoFit/>
          </a:bodyPr>
          <a:lstStyle>
            <a:lvl1pPr marL="114300" algn="l" defTabSz="457200">
              <a:spcBef>
                <a:spcPct val="0"/>
              </a:spcBef>
              <a:defRPr>
                <a:solidFill>
                  <a:schemeClr val="tx1"/>
                </a:solidFill>
                <a:latin typeface="Arial" charset="0"/>
                <a:cs typeface="Arial" charset="0"/>
              </a:defRPr>
            </a:lvl1pPr>
            <a:lvl2pPr marL="1257300" indent="-40005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a:spcBef>
                <a:spcPts val="600"/>
              </a:spcBef>
              <a:spcAft>
                <a:spcPts val="600"/>
              </a:spcAft>
              <a:buClr>
                <a:schemeClr val="tx1"/>
              </a:buClr>
            </a:pPr>
            <a:r>
              <a:rPr lang="en-US" altLang="ja-JP" sz="1400" b="1" cap="all" dirty="0">
                <a:solidFill>
                  <a:schemeClr val="accent1"/>
                </a:solidFill>
                <a:ea typeface="MS PGothic" pitchFamily="34" charset="-128"/>
              </a:rPr>
              <a:t>Test homodimers </a:t>
            </a:r>
            <a:r>
              <a:rPr lang="en-US" altLang="ja-JP" sz="1400" b="1" i="1" cap="all" dirty="0">
                <a:solidFill>
                  <a:schemeClr val="accent1"/>
                </a:solidFill>
                <a:ea typeface="MS PGothic" pitchFamily="34" charset="-128"/>
              </a:rPr>
              <a:t>in Vitro</a:t>
            </a:r>
            <a:br>
              <a:rPr lang="en-US" altLang="ja-JP" sz="1400" b="1" dirty="0">
                <a:ea typeface="MS PGothic" pitchFamily="34" charset="-128"/>
              </a:rPr>
            </a:br>
            <a:r>
              <a:rPr lang="en-US" altLang="ja-JP" sz="1400" dirty="0">
                <a:ea typeface="MS PGothic" pitchFamily="34" charset="-128"/>
              </a:rPr>
              <a:t>Perform a live-dead screen to evaluate homodimers:</a:t>
            </a:r>
            <a:endParaRPr lang="en-US" altLang="ja-JP" sz="1400" b="1" i="1" cap="all" dirty="0">
              <a:solidFill>
                <a:schemeClr val="accent1"/>
              </a:solidFill>
              <a:ea typeface="MS PGothic" pitchFamily="34" charset="-128"/>
            </a:endParaRPr>
          </a:p>
          <a:p>
            <a:pPr marL="342900" indent="-342900">
              <a:spcBef>
                <a:spcPts val="600"/>
              </a:spcBef>
              <a:spcAft>
                <a:spcPts val="600"/>
              </a:spcAft>
              <a:buClr>
                <a:schemeClr val="tx1"/>
              </a:buClr>
              <a:buSzPct val="100000"/>
              <a:buFont typeface="+mj-lt"/>
              <a:buAutoNum type="arabicPeriod"/>
            </a:pPr>
            <a:r>
              <a:rPr lang="en-US" altLang="ja-JP" sz="1400" dirty="0">
                <a:ea typeface="MS PGothic" pitchFamily="34" charset="-128"/>
              </a:rPr>
              <a:t>Use a split beta-lactamase protein complementation assay to evaluate </a:t>
            </a:r>
            <a:r>
              <a:rPr lang="en-US" altLang="ja-JP" sz="1400" i="1" dirty="0">
                <a:ea typeface="MS PGothic" pitchFamily="34" charset="-128"/>
              </a:rPr>
              <a:t>de novo </a:t>
            </a:r>
            <a:r>
              <a:rPr lang="en-US" altLang="ja-JP" sz="1400" dirty="0">
                <a:ea typeface="MS PGothic" pitchFamily="34" charset="-128"/>
              </a:rPr>
              <a:t>homodimer binding specificity and strength</a:t>
            </a:r>
          </a:p>
          <a:p>
            <a:pPr marL="342900" indent="-342900">
              <a:spcBef>
                <a:spcPts val="600"/>
              </a:spcBef>
              <a:spcAft>
                <a:spcPts val="600"/>
              </a:spcAft>
              <a:buClr>
                <a:schemeClr val="tx1"/>
              </a:buClr>
              <a:buSzPct val="100000"/>
              <a:buFont typeface="+mj-lt"/>
              <a:buAutoNum type="arabicPeriod"/>
            </a:pPr>
            <a:r>
              <a:rPr lang="en-US" altLang="ja-JP" sz="1400" dirty="0">
                <a:ea typeface="MS PGothic" pitchFamily="34" charset="-128"/>
              </a:rPr>
              <a:t>Strongly associating homodimers should reconstitute the beta-lactamase fragments, thus conferring antibiotic resistance and survival</a:t>
            </a:r>
          </a:p>
          <a:p>
            <a:pPr marL="342900" indent="-342900">
              <a:spcBef>
                <a:spcPts val="600"/>
              </a:spcBef>
              <a:spcAft>
                <a:spcPts val="600"/>
              </a:spcAft>
              <a:buClr>
                <a:schemeClr val="tx1"/>
              </a:buClr>
              <a:buSzPct val="100000"/>
              <a:buFont typeface="+mj-lt"/>
              <a:buAutoNum type="arabicPeriod"/>
            </a:pPr>
            <a:r>
              <a:rPr lang="en-US" altLang="ja-JP" sz="1400" dirty="0">
                <a:ea typeface="MS PGothic" pitchFamily="34" charset="-128"/>
              </a:rPr>
              <a:t>Evaluate homodimer specificity via combinatorial testing </a:t>
            </a:r>
            <a:r>
              <a:rPr lang="en-US" altLang="ja-JP" sz="1400" dirty="0">
                <a:ea typeface="MS PGothic" pitchFamily="34" charset="-128"/>
                <a:sym typeface="Wingdings" panose="05000000000000000000" pitchFamily="2" charset="2"/>
              </a:rPr>
              <a:t> 400 homodimer structure complexes</a:t>
            </a:r>
            <a:endParaRPr lang="en-US" altLang="ja-JP" sz="1400" dirty="0">
              <a:ea typeface="MS PGothic" pitchFamily="34" charset="-128"/>
            </a:endParaRPr>
          </a:p>
        </p:txBody>
      </p:sp>
      <p:sp>
        <p:nvSpPr>
          <p:cNvPr id="16" name="Text Box 529">
            <a:extLst>
              <a:ext uri="{FF2B5EF4-FFF2-40B4-BE49-F238E27FC236}">
                <a16:creationId xmlns:a16="http://schemas.microsoft.com/office/drawing/2014/main" id="{4342B21A-1487-324E-B8B7-0B5730AE37BE}"/>
              </a:ext>
            </a:extLst>
          </p:cNvPr>
          <p:cNvSpPr txBox="1">
            <a:spLocks noChangeArrowheads="1"/>
          </p:cNvSpPr>
          <p:nvPr/>
        </p:nvSpPr>
        <p:spPr bwMode="auto">
          <a:xfrm>
            <a:off x="11143876" y="3713493"/>
            <a:ext cx="4983480" cy="307777"/>
          </a:xfrm>
          <a:prstGeom prst="rect">
            <a:avLst/>
          </a:prstGeom>
          <a:noFill/>
          <a:ln>
            <a:noFill/>
          </a:ln>
          <a:effectLst/>
        </p:spPr>
        <p:txBody>
          <a:bodyPr lIns="13716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spcBef>
                <a:spcPct val="50000"/>
              </a:spcBef>
              <a:buClrTx/>
              <a:buSzTx/>
            </a:pPr>
            <a:r>
              <a:rPr lang="en-US" altLang="en-US" sz="1400" b="1" dirty="0">
                <a:solidFill>
                  <a:schemeClr val="accent1"/>
                </a:solidFill>
              </a:rPr>
              <a:t>Figure 5: Filtered vs. Final Design Metrics</a:t>
            </a:r>
          </a:p>
        </p:txBody>
      </p:sp>
      <p:pic>
        <p:nvPicPr>
          <p:cNvPr id="24" name="Picture 23">
            <a:extLst>
              <a:ext uri="{FF2B5EF4-FFF2-40B4-BE49-F238E27FC236}">
                <a16:creationId xmlns:a16="http://schemas.microsoft.com/office/drawing/2014/main" id="{A5A4B756-B288-6B66-E85D-6FE56E0B7FD1}"/>
              </a:ext>
            </a:extLst>
          </p:cNvPr>
          <p:cNvPicPr>
            <a:picLocks noChangeAspect="1"/>
          </p:cNvPicPr>
          <p:nvPr/>
        </p:nvPicPr>
        <p:blipFill>
          <a:blip r:embed="rId5"/>
          <a:stretch>
            <a:fillRect/>
          </a:stretch>
        </p:blipFill>
        <p:spPr>
          <a:xfrm>
            <a:off x="10581078" y="6148423"/>
            <a:ext cx="5812270" cy="2059190"/>
          </a:xfrm>
          <a:prstGeom prst="rect">
            <a:avLst/>
          </a:prstGeom>
        </p:spPr>
      </p:pic>
      <p:pic>
        <p:nvPicPr>
          <p:cNvPr id="26" name="Picture 25">
            <a:extLst>
              <a:ext uri="{FF2B5EF4-FFF2-40B4-BE49-F238E27FC236}">
                <a16:creationId xmlns:a16="http://schemas.microsoft.com/office/drawing/2014/main" id="{B4B7B657-6CA7-B601-3D61-DF08B4B13520}"/>
              </a:ext>
            </a:extLst>
          </p:cNvPr>
          <p:cNvPicPr>
            <a:picLocks noChangeAspect="1"/>
          </p:cNvPicPr>
          <p:nvPr/>
        </p:nvPicPr>
        <p:blipFill>
          <a:blip r:embed="rId6"/>
          <a:stretch>
            <a:fillRect/>
          </a:stretch>
        </p:blipFill>
        <p:spPr>
          <a:xfrm>
            <a:off x="10613194" y="4144426"/>
            <a:ext cx="5969803" cy="1956651"/>
          </a:xfrm>
          <a:prstGeom prst="rect">
            <a:avLst/>
          </a:prstGeom>
        </p:spPr>
      </p:pic>
      <p:sp>
        <p:nvSpPr>
          <p:cNvPr id="43" name="Text Box 529">
            <a:extLst>
              <a:ext uri="{FF2B5EF4-FFF2-40B4-BE49-F238E27FC236}">
                <a16:creationId xmlns:a16="http://schemas.microsoft.com/office/drawing/2014/main" id="{0E0CFA74-CA1C-6350-1AD2-5FA7C25D8512}"/>
              </a:ext>
            </a:extLst>
          </p:cNvPr>
          <p:cNvSpPr txBox="1">
            <a:spLocks noChangeArrowheads="1"/>
          </p:cNvSpPr>
          <p:nvPr/>
        </p:nvSpPr>
        <p:spPr bwMode="auto">
          <a:xfrm>
            <a:off x="11135855" y="8280098"/>
            <a:ext cx="4983480" cy="307777"/>
          </a:xfrm>
          <a:prstGeom prst="rect">
            <a:avLst/>
          </a:prstGeom>
          <a:noFill/>
          <a:ln>
            <a:noFill/>
          </a:ln>
          <a:effectLst/>
        </p:spPr>
        <p:txBody>
          <a:bodyPr lIns="13716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spcBef>
                <a:spcPct val="50000"/>
              </a:spcBef>
              <a:buClrTx/>
              <a:buSzTx/>
            </a:pPr>
            <a:r>
              <a:rPr lang="en-US" altLang="en-US" sz="1400" b="1" dirty="0">
                <a:solidFill>
                  <a:schemeClr val="accent1"/>
                </a:solidFill>
              </a:rPr>
              <a:t>Figure 6: Sample Final Homodimers</a:t>
            </a:r>
          </a:p>
        </p:txBody>
      </p:sp>
      <p:sp>
        <p:nvSpPr>
          <p:cNvPr id="47" name="Text Box 528">
            <a:extLst>
              <a:ext uri="{FF2B5EF4-FFF2-40B4-BE49-F238E27FC236}">
                <a16:creationId xmlns:a16="http://schemas.microsoft.com/office/drawing/2014/main" id="{E3FDAF36-D563-0DD3-24B5-7E5A8BFD8B66}"/>
              </a:ext>
            </a:extLst>
          </p:cNvPr>
          <p:cNvSpPr txBox="1">
            <a:spLocks noChangeArrowheads="1"/>
          </p:cNvSpPr>
          <p:nvPr/>
        </p:nvSpPr>
        <p:spPr bwMode="auto">
          <a:xfrm>
            <a:off x="466344" y="4784468"/>
            <a:ext cx="4983480" cy="1804247"/>
          </a:xfrm>
          <a:prstGeom prst="rect">
            <a:avLst/>
          </a:prstGeom>
          <a:noFill/>
          <a:ln>
            <a:noFill/>
          </a:ln>
          <a:effectLst/>
        </p:spPr>
        <p:txBody>
          <a:bodyPr wrap="square" lIns="137160" tIns="91440" rIns="91440" bIns="137160">
            <a:noAutofit/>
          </a:bodyPr>
          <a:lstStyle>
            <a:lvl1pPr algn="l" defTabSz="457200">
              <a:spcBef>
                <a:spcPct val="0"/>
              </a:spcBef>
              <a:defRPr>
                <a:solidFill>
                  <a:schemeClr val="tx1"/>
                </a:solidFill>
                <a:latin typeface="Arial" charset="0"/>
                <a:cs typeface="Arial" charset="0"/>
              </a:defRPr>
            </a:lvl1pPr>
            <a:lvl2pPr marL="11430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lvl="1">
              <a:spcBef>
                <a:spcPts val="600"/>
              </a:spcBef>
              <a:spcAft>
                <a:spcPts val="600"/>
              </a:spcAft>
              <a:buClr>
                <a:schemeClr val="tx1"/>
              </a:buClr>
              <a:buSzTx/>
              <a:buFont typeface="Wingdings" pitchFamily="2" charset="2"/>
              <a:buNone/>
            </a:pPr>
            <a:r>
              <a:rPr lang="en-US" altLang="ja-JP" sz="1400" b="1" cap="all" dirty="0">
                <a:solidFill>
                  <a:schemeClr val="accent1"/>
                </a:solidFill>
                <a:ea typeface="MS PGothic" pitchFamily="34" charset="-128"/>
              </a:rPr>
              <a:t>Fgfr2 LIGAND-receptor interaction</a:t>
            </a:r>
            <a:br>
              <a:rPr lang="en-US" altLang="ja-JP" sz="1400" b="1" dirty="0">
                <a:ea typeface="MS PGothic" pitchFamily="34" charset="-128"/>
              </a:rPr>
            </a:br>
            <a:r>
              <a:rPr lang="en-US" altLang="ja-JP" sz="1400" dirty="0">
                <a:ea typeface="MS PGothic" pitchFamily="34" charset="-128"/>
              </a:rPr>
              <a:t>Ligands, such as Fgf10, bind to their receptor, Fgfr2, to mediate signaling. </a:t>
            </a:r>
          </a:p>
          <a:p>
            <a:pPr marL="285750" lvl="1" indent="-285750">
              <a:spcBef>
                <a:spcPts val="600"/>
              </a:spcBef>
              <a:spcAft>
                <a:spcPts val="600"/>
              </a:spcAft>
              <a:buClr>
                <a:schemeClr val="tx1"/>
              </a:buClr>
              <a:buSzTx/>
              <a:buFont typeface="Arial" panose="020B0604020202020204" pitchFamily="34" charset="0"/>
              <a:buChar char="•"/>
            </a:pPr>
            <a:r>
              <a:rPr lang="en-US" altLang="ja-JP" sz="1400" dirty="0">
                <a:ea typeface="MS PGothic" pitchFamily="34" charset="-128"/>
                <a:sym typeface="Wingdings" panose="05000000000000000000" pitchFamily="2" charset="2"/>
              </a:rPr>
              <a:t>Signaling complex with a 2-2-2 stoichiometry</a:t>
            </a:r>
          </a:p>
          <a:p>
            <a:pPr marL="285750" lvl="1" indent="-285750">
              <a:spcBef>
                <a:spcPts val="600"/>
              </a:spcBef>
              <a:spcAft>
                <a:spcPts val="600"/>
              </a:spcAft>
              <a:buClr>
                <a:schemeClr val="tx1"/>
              </a:buClr>
              <a:buSzTx/>
              <a:buFont typeface="Arial" panose="020B0604020202020204" pitchFamily="34" charset="0"/>
              <a:buChar char="•"/>
            </a:pPr>
            <a:r>
              <a:rPr lang="en-US" altLang="ja-JP" sz="1400" dirty="0">
                <a:ea typeface="MS PGothic" pitchFamily="34" charset="-128"/>
                <a:sym typeface="Wingdings" panose="05000000000000000000" pitchFamily="2" charset="2"/>
              </a:rPr>
              <a:t>Co-localization of internal kinases leads to downstream signaling</a:t>
            </a:r>
          </a:p>
          <a:p>
            <a:pPr marL="0" lvl="1">
              <a:spcBef>
                <a:spcPts val="600"/>
              </a:spcBef>
              <a:spcAft>
                <a:spcPts val="600"/>
              </a:spcAft>
              <a:buClr>
                <a:schemeClr val="tx1"/>
              </a:buClr>
              <a:buSzTx/>
            </a:pPr>
            <a:endParaRPr lang="en-US" altLang="ja-JP" sz="1400" b="1" cap="all" dirty="0">
              <a:solidFill>
                <a:schemeClr val="accent1"/>
              </a:solidFill>
              <a:ea typeface="MS PGothic" pitchFamily="34" charset="-128"/>
            </a:endParaRPr>
          </a:p>
          <a:p>
            <a:pPr marL="0" lvl="1">
              <a:spcBef>
                <a:spcPts val="600"/>
              </a:spcBef>
              <a:spcAft>
                <a:spcPts val="600"/>
              </a:spcAft>
              <a:buClr>
                <a:schemeClr val="tx1"/>
              </a:buClr>
              <a:buSzTx/>
              <a:buFont typeface="Wingdings" pitchFamily="2" charset="2"/>
              <a:buNone/>
            </a:pPr>
            <a:endParaRPr lang="en-US" altLang="ja-JP" sz="1400" dirty="0">
              <a:ea typeface="MS PGothic" pitchFamily="34" charset="-128"/>
            </a:endParaRPr>
          </a:p>
        </p:txBody>
      </p:sp>
      <p:sp>
        <p:nvSpPr>
          <p:cNvPr id="48" name="Text Box 528">
            <a:extLst>
              <a:ext uri="{FF2B5EF4-FFF2-40B4-BE49-F238E27FC236}">
                <a16:creationId xmlns:a16="http://schemas.microsoft.com/office/drawing/2014/main" id="{B6F458BD-E65B-A8FE-A665-76B9592E8FC0}"/>
              </a:ext>
            </a:extLst>
          </p:cNvPr>
          <p:cNvSpPr txBox="1">
            <a:spLocks noChangeArrowheads="1"/>
          </p:cNvSpPr>
          <p:nvPr/>
        </p:nvSpPr>
        <p:spPr bwMode="auto">
          <a:xfrm>
            <a:off x="482601" y="9752598"/>
            <a:ext cx="4983480" cy="2044251"/>
          </a:xfrm>
          <a:prstGeom prst="rect">
            <a:avLst/>
          </a:prstGeom>
          <a:noFill/>
          <a:ln>
            <a:noFill/>
          </a:ln>
          <a:effectLst/>
        </p:spPr>
        <p:txBody>
          <a:bodyPr wrap="square" lIns="137160" tIns="91440" rIns="91440" bIns="137160">
            <a:noAutofit/>
          </a:bodyPr>
          <a:lstStyle>
            <a:lvl1pPr algn="l" defTabSz="457200">
              <a:spcBef>
                <a:spcPct val="0"/>
              </a:spcBef>
              <a:defRPr>
                <a:solidFill>
                  <a:schemeClr val="tx1"/>
                </a:solidFill>
                <a:latin typeface="Arial" charset="0"/>
                <a:cs typeface="Arial" charset="0"/>
              </a:defRPr>
            </a:lvl1pPr>
            <a:lvl2pPr marL="11430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lvl="1">
              <a:spcBef>
                <a:spcPts val="600"/>
              </a:spcBef>
              <a:spcAft>
                <a:spcPts val="600"/>
              </a:spcAft>
              <a:buClr>
                <a:schemeClr val="tx1"/>
              </a:buClr>
              <a:buSzTx/>
              <a:buFont typeface="Wingdings" pitchFamily="2" charset="2"/>
              <a:buNone/>
            </a:pPr>
            <a:r>
              <a:rPr lang="en-US" altLang="ja-JP" sz="1400" b="1" cap="all" dirty="0">
                <a:solidFill>
                  <a:schemeClr val="accent1"/>
                </a:solidFill>
                <a:ea typeface="MS PGothic" pitchFamily="34" charset="-128"/>
              </a:rPr>
              <a:t>Designing a </a:t>
            </a:r>
            <a:r>
              <a:rPr lang="en-US" altLang="ja-JP" sz="1400" b="1" cap="all" dirty="0" err="1">
                <a:solidFill>
                  <a:schemeClr val="accent1"/>
                </a:solidFill>
                <a:ea typeface="MS PGothic" pitchFamily="34" charset="-128"/>
              </a:rPr>
              <a:t>fgf</a:t>
            </a:r>
            <a:r>
              <a:rPr lang="en-US" altLang="ja-JP" sz="1400" b="1" cap="all" dirty="0">
                <a:solidFill>
                  <a:schemeClr val="accent1"/>
                </a:solidFill>
                <a:ea typeface="MS PGothic" pitchFamily="34" charset="-128"/>
              </a:rPr>
              <a:t> signaling agonist</a:t>
            </a:r>
            <a:br>
              <a:rPr lang="en-US" altLang="ja-JP" sz="1400" b="1" dirty="0">
                <a:ea typeface="MS PGothic" pitchFamily="34" charset="-128"/>
              </a:rPr>
            </a:br>
            <a:r>
              <a:rPr lang="en-US" altLang="ja-JP" sz="1400" dirty="0">
                <a:ea typeface="MS PGothic" pitchFamily="34" charset="-128"/>
              </a:rPr>
              <a:t>Trapping Fgf10 ligands into a pro-signaling conformation will likely boost signaling, so we propose turning Fgf10 into a rigidly constrained homodimer primed for receptor binding</a:t>
            </a:r>
          </a:p>
          <a:p>
            <a:pPr marL="342900" lvl="1" indent="-342900">
              <a:spcBef>
                <a:spcPts val="600"/>
              </a:spcBef>
              <a:spcAft>
                <a:spcPts val="600"/>
              </a:spcAft>
              <a:buClr>
                <a:schemeClr val="tx1"/>
              </a:buClr>
              <a:buSzTx/>
              <a:buFont typeface="+mj-lt"/>
              <a:buAutoNum type="arabicPeriod"/>
            </a:pPr>
            <a:r>
              <a:rPr lang="en-US" altLang="ja-JP" sz="1400" dirty="0">
                <a:ea typeface="MS PGothic" pitchFamily="34" charset="-128"/>
              </a:rPr>
              <a:t>Design</a:t>
            </a:r>
            <a:r>
              <a:rPr lang="en-US" altLang="ja-JP" sz="1400" b="1" dirty="0">
                <a:ea typeface="MS PGothic" pitchFamily="34" charset="-128"/>
              </a:rPr>
              <a:t> </a:t>
            </a:r>
            <a:r>
              <a:rPr lang="en-US" altLang="ja-JP" sz="1400" dirty="0">
                <a:ea typeface="MS PGothic" pitchFamily="34" charset="-128"/>
              </a:rPr>
              <a:t>obligate</a:t>
            </a:r>
            <a:r>
              <a:rPr lang="en-US" altLang="ja-JP" sz="1400" b="1" dirty="0">
                <a:ea typeface="MS PGothic" pitchFamily="34" charset="-128"/>
              </a:rPr>
              <a:t> </a:t>
            </a:r>
            <a:r>
              <a:rPr lang="en-US" altLang="ja-JP" sz="1400" dirty="0">
                <a:ea typeface="MS PGothic" pitchFamily="34" charset="-128"/>
              </a:rPr>
              <a:t>homodimers that fit the size and orientation constraints of the space between the Fgf10 ligands</a:t>
            </a:r>
          </a:p>
          <a:p>
            <a:pPr marL="342900" lvl="1" indent="-342900">
              <a:spcBef>
                <a:spcPts val="600"/>
              </a:spcBef>
              <a:spcAft>
                <a:spcPts val="600"/>
              </a:spcAft>
              <a:buClr>
                <a:schemeClr val="tx1"/>
              </a:buClr>
              <a:buSzTx/>
              <a:buFont typeface="+mj-lt"/>
              <a:buAutoNum type="arabicPeriod"/>
            </a:pPr>
            <a:r>
              <a:rPr lang="en-US" altLang="ja-JP" sz="1400" dirty="0">
                <a:ea typeface="MS PGothic" pitchFamily="34" charset="-128"/>
              </a:rPr>
              <a:t>Extend the native Fgf10 ligands into high performing homodimers to activate the Fgfr2 receptors by rigidly trapping them in a pro-signaling conformation</a:t>
            </a:r>
          </a:p>
          <a:p>
            <a:pPr marL="342900" lvl="1" indent="-342900">
              <a:spcBef>
                <a:spcPts val="600"/>
              </a:spcBef>
              <a:spcAft>
                <a:spcPts val="600"/>
              </a:spcAft>
              <a:buClr>
                <a:schemeClr val="tx1"/>
              </a:buClr>
              <a:buSzTx/>
              <a:buFont typeface="+mj-lt"/>
              <a:buAutoNum type="arabicPeriod"/>
            </a:pPr>
            <a:endParaRPr lang="en-US" altLang="ja-JP" sz="1400" b="1" cap="all" dirty="0">
              <a:solidFill>
                <a:schemeClr val="accent1"/>
              </a:solidFill>
              <a:ea typeface="MS PGothic" pitchFamily="34" charset="-128"/>
            </a:endParaRPr>
          </a:p>
          <a:p>
            <a:pPr marL="0" lvl="1">
              <a:spcBef>
                <a:spcPts val="600"/>
              </a:spcBef>
              <a:spcAft>
                <a:spcPts val="600"/>
              </a:spcAft>
              <a:buClr>
                <a:schemeClr val="tx1"/>
              </a:buClr>
              <a:buSzTx/>
              <a:buFont typeface="Wingdings" pitchFamily="2" charset="2"/>
              <a:buNone/>
            </a:pPr>
            <a:endParaRPr lang="en-US" altLang="ja-JP" sz="1400" b="1" cap="all" dirty="0">
              <a:solidFill>
                <a:schemeClr val="accent1"/>
              </a:solidFill>
              <a:ea typeface="MS PGothic" pitchFamily="34" charset="-128"/>
            </a:endParaRPr>
          </a:p>
          <a:p>
            <a:pPr marL="0" lvl="1">
              <a:spcBef>
                <a:spcPts val="600"/>
              </a:spcBef>
              <a:spcAft>
                <a:spcPts val="600"/>
              </a:spcAft>
              <a:buClr>
                <a:schemeClr val="tx1"/>
              </a:buClr>
              <a:buSzTx/>
              <a:buFont typeface="Wingdings" pitchFamily="2" charset="2"/>
              <a:buNone/>
            </a:pPr>
            <a:endParaRPr lang="en-US" altLang="ja-JP" sz="1400" dirty="0">
              <a:ea typeface="MS PGothic" pitchFamily="34" charset="-128"/>
            </a:endParaRPr>
          </a:p>
        </p:txBody>
      </p:sp>
      <p:sp>
        <p:nvSpPr>
          <p:cNvPr id="57" name="Text Box 529">
            <a:extLst>
              <a:ext uri="{FF2B5EF4-FFF2-40B4-BE49-F238E27FC236}">
                <a16:creationId xmlns:a16="http://schemas.microsoft.com/office/drawing/2014/main" id="{AD260083-1EC9-BAEE-D3FA-5F311B335766}"/>
              </a:ext>
            </a:extLst>
          </p:cNvPr>
          <p:cNvSpPr txBox="1">
            <a:spLocks noChangeArrowheads="1"/>
          </p:cNvSpPr>
          <p:nvPr/>
        </p:nvSpPr>
        <p:spPr bwMode="auto">
          <a:xfrm>
            <a:off x="11151858" y="10857045"/>
            <a:ext cx="4983480" cy="307777"/>
          </a:xfrm>
          <a:prstGeom prst="rect">
            <a:avLst/>
          </a:prstGeom>
          <a:noFill/>
          <a:ln>
            <a:noFill/>
          </a:ln>
          <a:effectLst/>
        </p:spPr>
        <p:txBody>
          <a:bodyPr lIns="13716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spcBef>
                <a:spcPct val="50000"/>
              </a:spcBef>
              <a:buClrTx/>
              <a:buSzTx/>
            </a:pPr>
            <a:r>
              <a:rPr lang="en-US" altLang="en-US" sz="1400" b="1" dirty="0">
                <a:solidFill>
                  <a:schemeClr val="accent1"/>
                </a:solidFill>
              </a:rPr>
              <a:t>Figure 7: </a:t>
            </a:r>
            <a:r>
              <a:rPr lang="en-US" altLang="en-US" sz="1400" b="1" dirty="0" err="1">
                <a:solidFill>
                  <a:schemeClr val="accent1"/>
                </a:solidFill>
              </a:rPr>
              <a:t>iPTM</a:t>
            </a:r>
            <a:r>
              <a:rPr lang="en-US" altLang="en-US" sz="1400" b="1" dirty="0">
                <a:solidFill>
                  <a:schemeClr val="accent1"/>
                </a:solidFill>
              </a:rPr>
              <a:t> Heatmap</a:t>
            </a:r>
          </a:p>
        </p:txBody>
      </p:sp>
      <p:sp>
        <p:nvSpPr>
          <p:cNvPr id="59" name="Text Box 538">
            <a:extLst>
              <a:ext uri="{FF2B5EF4-FFF2-40B4-BE49-F238E27FC236}">
                <a16:creationId xmlns:a16="http://schemas.microsoft.com/office/drawing/2014/main" id="{C5BAC1CD-2D5A-64EC-08BF-A5B2479B21F1}"/>
              </a:ext>
            </a:extLst>
          </p:cNvPr>
          <p:cNvSpPr txBox="1">
            <a:spLocks noChangeArrowheads="1"/>
          </p:cNvSpPr>
          <p:nvPr/>
        </p:nvSpPr>
        <p:spPr bwMode="auto">
          <a:xfrm>
            <a:off x="11470760" y="10079734"/>
            <a:ext cx="1438515" cy="702756"/>
          </a:xfrm>
          <a:prstGeom prst="rect">
            <a:avLst/>
          </a:prstGeom>
          <a:noFill/>
          <a:ln>
            <a:noFill/>
          </a:ln>
          <a:effectLst/>
        </p:spPr>
        <p:txBody>
          <a:bodyPr wrap="square" lIns="137160" tIns="91440" rIns="91440" bIns="137160" anchor="t" anchorCtr="0">
            <a:spAutoFit/>
          </a:bodyPr>
          <a:lstStyle>
            <a:lvl1pPr marL="114300" algn="l" defTabSz="457200">
              <a:spcBef>
                <a:spcPct val="0"/>
              </a:spcBef>
              <a:defRPr>
                <a:solidFill>
                  <a:schemeClr val="tx1"/>
                </a:solidFill>
                <a:latin typeface="Arial" charset="0"/>
                <a:cs typeface="Arial" charset="0"/>
              </a:defRPr>
            </a:lvl1pPr>
            <a:lvl2pPr marL="1257300" indent="-40005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a:spcBef>
                <a:spcPts val="600"/>
              </a:spcBef>
              <a:spcAft>
                <a:spcPts val="200"/>
              </a:spcAft>
              <a:buClr>
                <a:schemeClr val="tx1"/>
              </a:buClr>
              <a:buFont typeface="Wingdings" pitchFamily="2" charset="2"/>
              <a:buNone/>
            </a:pPr>
            <a:r>
              <a:rPr lang="en-US" altLang="ja-JP" sz="1200" b="1" dirty="0">
                <a:ea typeface="MS PGothic" pitchFamily="34" charset="-128"/>
              </a:rPr>
              <a:t>Design 9</a:t>
            </a:r>
          </a:p>
          <a:p>
            <a:pPr marL="0">
              <a:spcBef>
                <a:spcPts val="600"/>
              </a:spcBef>
              <a:spcAft>
                <a:spcPts val="200"/>
              </a:spcAft>
              <a:buClr>
                <a:schemeClr val="tx1"/>
              </a:buClr>
              <a:buFont typeface="Wingdings" pitchFamily="2" charset="2"/>
              <a:buNone/>
            </a:pPr>
            <a:r>
              <a:rPr lang="en-US" sz="1200" dirty="0"/>
              <a:t>RMSD = 0.440 </a:t>
            </a:r>
            <a:r>
              <a:rPr lang="en-US" altLang="ja-JP" sz="1200" dirty="0">
                <a:solidFill>
                  <a:srgbClr val="000000"/>
                </a:solidFill>
                <a:ea typeface="MS PGothic" pitchFamily="34" charset="-128"/>
                <a:cs typeface="Times New Roman" pitchFamily="18" charset="0"/>
              </a:rPr>
              <a:t>Å</a:t>
            </a:r>
            <a:endParaRPr lang="en-US" altLang="ja-JP" sz="1200" dirty="0">
              <a:solidFill>
                <a:srgbClr val="000000"/>
              </a:solidFill>
              <a:ea typeface="MS PGothic" pitchFamily="34" charset="-128"/>
            </a:endParaRPr>
          </a:p>
        </p:txBody>
      </p:sp>
      <p:sp>
        <p:nvSpPr>
          <p:cNvPr id="60" name="Text Box 538">
            <a:extLst>
              <a:ext uri="{FF2B5EF4-FFF2-40B4-BE49-F238E27FC236}">
                <a16:creationId xmlns:a16="http://schemas.microsoft.com/office/drawing/2014/main" id="{8CF20EEB-D596-542C-5154-97F29A48DD53}"/>
              </a:ext>
            </a:extLst>
          </p:cNvPr>
          <p:cNvSpPr txBox="1">
            <a:spLocks noChangeArrowheads="1"/>
          </p:cNvSpPr>
          <p:nvPr/>
        </p:nvSpPr>
        <p:spPr bwMode="auto">
          <a:xfrm>
            <a:off x="13015268" y="10063739"/>
            <a:ext cx="1438515" cy="702756"/>
          </a:xfrm>
          <a:prstGeom prst="rect">
            <a:avLst/>
          </a:prstGeom>
          <a:noFill/>
          <a:ln>
            <a:noFill/>
          </a:ln>
          <a:effectLst/>
        </p:spPr>
        <p:txBody>
          <a:bodyPr wrap="square" lIns="137160" tIns="91440" rIns="91440" bIns="137160" anchor="t" anchorCtr="0">
            <a:spAutoFit/>
          </a:bodyPr>
          <a:lstStyle>
            <a:lvl1pPr marL="114300" algn="l" defTabSz="457200">
              <a:spcBef>
                <a:spcPct val="0"/>
              </a:spcBef>
              <a:defRPr>
                <a:solidFill>
                  <a:schemeClr val="tx1"/>
                </a:solidFill>
                <a:latin typeface="Arial" charset="0"/>
                <a:cs typeface="Arial" charset="0"/>
              </a:defRPr>
            </a:lvl1pPr>
            <a:lvl2pPr marL="1257300" indent="-40005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a:spcBef>
                <a:spcPts val="600"/>
              </a:spcBef>
              <a:spcAft>
                <a:spcPts val="200"/>
              </a:spcAft>
              <a:buClr>
                <a:schemeClr val="tx1"/>
              </a:buClr>
              <a:buFont typeface="Wingdings" pitchFamily="2" charset="2"/>
              <a:buNone/>
            </a:pPr>
            <a:r>
              <a:rPr lang="en-US" altLang="ja-JP" sz="1200" b="1" dirty="0">
                <a:ea typeface="MS PGothic" pitchFamily="34" charset="-128"/>
              </a:rPr>
              <a:t>Design 19</a:t>
            </a:r>
          </a:p>
          <a:p>
            <a:pPr marL="0">
              <a:spcBef>
                <a:spcPts val="600"/>
              </a:spcBef>
              <a:spcAft>
                <a:spcPts val="200"/>
              </a:spcAft>
              <a:buClr>
                <a:schemeClr val="tx1"/>
              </a:buClr>
              <a:buFont typeface="Wingdings" pitchFamily="2" charset="2"/>
              <a:buNone/>
            </a:pPr>
            <a:r>
              <a:rPr lang="en-US" sz="1200" dirty="0"/>
              <a:t>RMSD = 0.460 </a:t>
            </a:r>
            <a:r>
              <a:rPr lang="en-US" altLang="ja-JP" sz="1200" dirty="0">
                <a:solidFill>
                  <a:srgbClr val="000000"/>
                </a:solidFill>
                <a:ea typeface="MS PGothic" pitchFamily="34" charset="-128"/>
                <a:cs typeface="Times New Roman" pitchFamily="18" charset="0"/>
              </a:rPr>
              <a:t>Å</a:t>
            </a:r>
            <a:endParaRPr lang="en-US" altLang="ja-JP" sz="1200" dirty="0">
              <a:ea typeface="MS PGothic" pitchFamily="34" charset="-128"/>
            </a:endParaRPr>
          </a:p>
        </p:txBody>
      </p:sp>
      <p:pic>
        <p:nvPicPr>
          <p:cNvPr id="13824" name="Picture 13823">
            <a:extLst>
              <a:ext uri="{FF2B5EF4-FFF2-40B4-BE49-F238E27FC236}">
                <a16:creationId xmlns:a16="http://schemas.microsoft.com/office/drawing/2014/main" id="{F1D31687-48A9-5D6D-4818-8F9EF39996B5}"/>
              </a:ext>
            </a:extLst>
          </p:cNvPr>
          <p:cNvPicPr>
            <a:picLocks noChangeAspect="1"/>
          </p:cNvPicPr>
          <p:nvPr/>
        </p:nvPicPr>
        <p:blipFill>
          <a:blip r:embed="rId7"/>
          <a:srcRect l="25088" t="9970" r="30142" b="13632"/>
          <a:stretch>
            <a:fillRect/>
          </a:stretch>
        </p:blipFill>
        <p:spPr>
          <a:xfrm>
            <a:off x="551121" y="12810655"/>
            <a:ext cx="2706639" cy="2303768"/>
          </a:xfrm>
          <a:prstGeom prst="rect">
            <a:avLst/>
          </a:prstGeom>
        </p:spPr>
      </p:pic>
      <p:pic>
        <p:nvPicPr>
          <p:cNvPr id="13826" name="Picture 13825">
            <a:extLst>
              <a:ext uri="{FF2B5EF4-FFF2-40B4-BE49-F238E27FC236}">
                <a16:creationId xmlns:a16="http://schemas.microsoft.com/office/drawing/2014/main" id="{9204E419-34B2-7EC0-5EC7-2544033DDD39}"/>
              </a:ext>
            </a:extLst>
          </p:cNvPr>
          <p:cNvPicPr>
            <a:picLocks noChangeAspect="1"/>
          </p:cNvPicPr>
          <p:nvPr/>
        </p:nvPicPr>
        <p:blipFill>
          <a:blip r:embed="rId8"/>
          <a:srcRect l="25447" t="10434" r="31736" b="13833"/>
          <a:stretch>
            <a:fillRect/>
          </a:stretch>
        </p:blipFill>
        <p:spPr>
          <a:xfrm>
            <a:off x="3083409" y="12844074"/>
            <a:ext cx="2535535" cy="2236930"/>
          </a:xfrm>
          <a:prstGeom prst="rect">
            <a:avLst/>
          </a:prstGeom>
        </p:spPr>
      </p:pic>
      <p:pic>
        <p:nvPicPr>
          <p:cNvPr id="13832" name="Picture 13831">
            <a:extLst>
              <a:ext uri="{FF2B5EF4-FFF2-40B4-BE49-F238E27FC236}">
                <a16:creationId xmlns:a16="http://schemas.microsoft.com/office/drawing/2014/main" id="{04229D1A-DE63-7C42-6F5C-614F3E4CE0BA}"/>
              </a:ext>
            </a:extLst>
          </p:cNvPr>
          <p:cNvPicPr>
            <a:picLocks noChangeAspect="1"/>
          </p:cNvPicPr>
          <p:nvPr/>
        </p:nvPicPr>
        <p:blipFill>
          <a:blip r:embed="rId9"/>
          <a:srcRect t="7295" b="47945"/>
          <a:stretch>
            <a:fillRect/>
          </a:stretch>
        </p:blipFill>
        <p:spPr>
          <a:xfrm>
            <a:off x="532071" y="15170145"/>
            <a:ext cx="1553477" cy="155483"/>
          </a:xfrm>
          <a:prstGeom prst="rect">
            <a:avLst/>
          </a:prstGeom>
        </p:spPr>
      </p:pic>
      <p:sp>
        <p:nvSpPr>
          <p:cNvPr id="13839" name="Text Box 529">
            <a:extLst>
              <a:ext uri="{FF2B5EF4-FFF2-40B4-BE49-F238E27FC236}">
                <a16:creationId xmlns:a16="http://schemas.microsoft.com/office/drawing/2014/main" id="{59A57D05-E0E4-94F6-3BC7-00FEB433BADB}"/>
              </a:ext>
            </a:extLst>
          </p:cNvPr>
          <p:cNvSpPr txBox="1">
            <a:spLocks noChangeArrowheads="1"/>
          </p:cNvSpPr>
          <p:nvPr/>
        </p:nvSpPr>
        <p:spPr bwMode="auto">
          <a:xfrm>
            <a:off x="476176" y="12506281"/>
            <a:ext cx="4983480" cy="307777"/>
          </a:xfrm>
          <a:prstGeom prst="rect">
            <a:avLst/>
          </a:prstGeom>
          <a:noFill/>
          <a:ln>
            <a:noFill/>
          </a:ln>
          <a:effectLst/>
        </p:spPr>
        <p:txBody>
          <a:bodyPr lIns="13716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spcBef>
                <a:spcPct val="50000"/>
              </a:spcBef>
              <a:buClrTx/>
              <a:buSzTx/>
            </a:pPr>
            <a:r>
              <a:rPr lang="en-US" altLang="en-US" sz="1400" b="1" dirty="0">
                <a:solidFill>
                  <a:schemeClr val="accent1"/>
                </a:solidFill>
              </a:rPr>
              <a:t>Figure 2: Fgfr2b Receptor + Fgf10 ligands</a:t>
            </a:r>
          </a:p>
        </p:txBody>
      </p:sp>
      <p:sp>
        <p:nvSpPr>
          <p:cNvPr id="13841" name="Text Box 538">
            <a:extLst>
              <a:ext uri="{FF2B5EF4-FFF2-40B4-BE49-F238E27FC236}">
                <a16:creationId xmlns:a16="http://schemas.microsoft.com/office/drawing/2014/main" id="{3A819790-B5D0-D6D4-33B1-ECBC94B0FDC5}"/>
              </a:ext>
            </a:extLst>
          </p:cNvPr>
          <p:cNvSpPr txBox="1">
            <a:spLocks noChangeArrowheads="1"/>
          </p:cNvSpPr>
          <p:nvPr/>
        </p:nvSpPr>
        <p:spPr bwMode="auto">
          <a:xfrm>
            <a:off x="3974362" y="14949305"/>
            <a:ext cx="1414110" cy="641201"/>
          </a:xfrm>
          <a:prstGeom prst="rect">
            <a:avLst/>
          </a:prstGeom>
          <a:noFill/>
          <a:ln>
            <a:noFill/>
          </a:ln>
          <a:effectLst/>
        </p:spPr>
        <p:txBody>
          <a:bodyPr wrap="square" lIns="137160" tIns="91440" rIns="91440" bIns="137160" anchor="t" anchorCtr="0">
            <a:spAutoFit/>
          </a:bodyPr>
          <a:lstStyle>
            <a:lvl1pPr marL="114300" algn="l" defTabSz="457200">
              <a:spcBef>
                <a:spcPct val="0"/>
              </a:spcBef>
              <a:defRPr>
                <a:solidFill>
                  <a:schemeClr val="tx1"/>
                </a:solidFill>
                <a:latin typeface="Arial" charset="0"/>
                <a:cs typeface="Arial" charset="0"/>
              </a:defRPr>
            </a:lvl1pPr>
            <a:lvl2pPr marL="1257300" indent="-40005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algn="r">
              <a:spcBef>
                <a:spcPts val="600"/>
              </a:spcBef>
              <a:spcAft>
                <a:spcPts val="200"/>
              </a:spcAft>
              <a:buClr>
                <a:schemeClr val="tx1"/>
              </a:buClr>
              <a:buFont typeface="Wingdings" pitchFamily="2" charset="2"/>
              <a:buNone/>
            </a:pPr>
            <a:r>
              <a:rPr lang="en-US" altLang="ja-JP" sz="1000" dirty="0">
                <a:solidFill>
                  <a:srgbClr val="08306B"/>
                </a:solidFill>
                <a:ea typeface="MS PGothic" pitchFamily="34" charset="-128"/>
              </a:rPr>
              <a:t>Fgfr2b Receptor</a:t>
            </a:r>
          </a:p>
          <a:p>
            <a:pPr marL="0" algn="r">
              <a:spcBef>
                <a:spcPts val="600"/>
              </a:spcBef>
              <a:spcAft>
                <a:spcPts val="600"/>
              </a:spcAft>
              <a:buClr>
                <a:schemeClr val="tx1"/>
              </a:buClr>
              <a:buFont typeface="Wingdings" pitchFamily="2" charset="2"/>
              <a:buNone/>
            </a:pPr>
            <a:r>
              <a:rPr lang="en-US" altLang="ja-JP" sz="1000" dirty="0">
                <a:solidFill>
                  <a:srgbClr val="BE5E3F"/>
                </a:solidFill>
                <a:ea typeface="MS PGothic" pitchFamily="34" charset="-128"/>
              </a:rPr>
              <a:t>Fgf10 Ligand</a:t>
            </a:r>
          </a:p>
        </p:txBody>
      </p:sp>
      <p:pic>
        <p:nvPicPr>
          <p:cNvPr id="13844" name="Graphic 13843">
            <a:extLst>
              <a:ext uri="{FF2B5EF4-FFF2-40B4-BE49-F238E27FC236}">
                <a16:creationId xmlns:a16="http://schemas.microsoft.com/office/drawing/2014/main" id="{94561870-BCB9-1B6C-3AE7-0D3100BDA7B4}"/>
              </a:ext>
            </a:extLst>
          </p:cNvPr>
          <p:cNvPicPr>
            <a:picLocks noChangeAspect="1"/>
          </p:cNvPicPr>
          <p:nvPr/>
        </p:nvPicPr>
        <p:blipFill>
          <a:blip>
            <a:extLst>
              <a:ext uri="{96DAC541-7B7A-43D3-8B79-37D633B846F1}">
                <asvg:svgBlip xmlns:asvg="http://schemas.microsoft.com/office/drawing/2016/SVG/main" r:embed="rId10"/>
              </a:ext>
            </a:extLst>
          </a:blip>
          <a:srcRect l="6659" t="24560" r="8556" b="30568"/>
          <a:stretch>
            <a:fillRect/>
          </a:stretch>
        </p:blipFill>
        <p:spPr>
          <a:xfrm>
            <a:off x="5631752" y="6625021"/>
            <a:ext cx="4865186" cy="3641748"/>
          </a:xfrm>
          <a:prstGeom prst="rect">
            <a:avLst/>
          </a:prstGeom>
        </p:spPr>
      </p:pic>
      <p:sp>
        <p:nvSpPr>
          <p:cNvPr id="13860" name="Text Box 529">
            <a:extLst>
              <a:ext uri="{FF2B5EF4-FFF2-40B4-BE49-F238E27FC236}">
                <a16:creationId xmlns:a16="http://schemas.microsoft.com/office/drawing/2014/main" id="{FFF199EE-8234-A4DB-4726-A41AA55F5654}"/>
              </a:ext>
            </a:extLst>
          </p:cNvPr>
          <p:cNvSpPr txBox="1">
            <a:spLocks noChangeArrowheads="1"/>
          </p:cNvSpPr>
          <p:nvPr/>
        </p:nvSpPr>
        <p:spPr bwMode="auto">
          <a:xfrm>
            <a:off x="5766301" y="13171953"/>
            <a:ext cx="4983480" cy="307777"/>
          </a:xfrm>
          <a:prstGeom prst="rect">
            <a:avLst/>
          </a:prstGeom>
          <a:noFill/>
          <a:ln>
            <a:noFill/>
          </a:ln>
          <a:effectLst/>
        </p:spPr>
        <p:txBody>
          <a:bodyPr lIns="13716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spcBef>
                <a:spcPct val="50000"/>
              </a:spcBef>
              <a:buClrTx/>
              <a:buSzTx/>
            </a:pPr>
            <a:r>
              <a:rPr lang="en-US" altLang="en-US" sz="1400" b="1" dirty="0">
                <a:solidFill>
                  <a:schemeClr val="accent1"/>
                </a:solidFill>
              </a:rPr>
              <a:t>Figure 4: </a:t>
            </a:r>
            <a:r>
              <a:rPr lang="en-US" altLang="en-US" sz="1400" b="1" i="1" dirty="0">
                <a:solidFill>
                  <a:schemeClr val="accent1"/>
                </a:solidFill>
              </a:rPr>
              <a:t>In Vitro</a:t>
            </a:r>
            <a:r>
              <a:rPr lang="en-US" altLang="en-US" sz="1400" b="1" dirty="0">
                <a:solidFill>
                  <a:schemeClr val="accent1"/>
                </a:solidFill>
              </a:rPr>
              <a:t> Screen</a:t>
            </a:r>
          </a:p>
        </p:txBody>
      </p:sp>
      <p:pic>
        <p:nvPicPr>
          <p:cNvPr id="13864" name="Picture 13863">
            <a:extLst>
              <a:ext uri="{FF2B5EF4-FFF2-40B4-BE49-F238E27FC236}">
                <a16:creationId xmlns:a16="http://schemas.microsoft.com/office/drawing/2014/main" id="{50BE20DC-275A-A836-9364-6521418225F6}"/>
              </a:ext>
            </a:extLst>
          </p:cNvPr>
          <p:cNvPicPr>
            <a:picLocks noChangeAspect="1"/>
          </p:cNvPicPr>
          <p:nvPr/>
        </p:nvPicPr>
        <p:blipFill>
          <a:blip r:embed="rId11"/>
          <a:stretch>
            <a:fillRect/>
          </a:stretch>
        </p:blipFill>
        <p:spPr>
          <a:xfrm>
            <a:off x="11450998" y="11193692"/>
            <a:ext cx="4866150" cy="4311668"/>
          </a:xfrm>
          <a:prstGeom prst="rect">
            <a:avLst/>
          </a:prstGeom>
        </p:spPr>
      </p:pic>
      <p:pic>
        <p:nvPicPr>
          <p:cNvPr id="13866" name="Graphic 13865">
            <a:extLst>
              <a:ext uri="{FF2B5EF4-FFF2-40B4-BE49-F238E27FC236}">
                <a16:creationId xmlns:a16="http://schemas.microsoft.com/office/drawing/2014/main" id="{38C69378-E59C-A6FC-502D-7AC47D7C6DFE}"/>
              </a:ext>
            </a:extLst>
          </p:cNvPr>
          <p:cNvPicPr>
            <a:picLocks noChangeAspect="1"/>
          </p:cNvPicPr>
          <p:nvPr/>
        </p:nvPicPr>
        <p:blipFill>
          <a:blip>
            <a:extLst>
              <a:ext uri="{96DAC541-7B7A-43D3-8B79-37D633B846F1}">
                <asvg:svgBlip xmlns:asvg="http://schemas.microsoft.com/office/drawing/2016/SVG/main" r:embed="rId12"/>
              </a:ext>
            </a:extLst>
          </a:blip>
          <a:srcRect l="587" t="34170" r="53179" b="44023"/>
          <a:stretch>
            <a:fillRect/>
          </a:stretch>
        </p:blipFill>
        <p:spPr>
          <a:xfrm>
            <a:off x="5710932" y="13619863"/>
            <a:ext cx="2706640" cy="1805637"/>
          </a:xfrm>
          <a:prstGeom prst="rect">
            <a:avLst/>
          </a:prstGeom>
        </p:spPr>
      </p:pic>
      <p:pic>
        <p:nvPicPr>
          <p:cNvPr id="13868" name="Graphic 13867">
            <a:extLst>
              <a:ext uri="{FF2B5EF4-FFF2-40B4-BE49-F238E27FC236}">
                <a16:creationId xmlns:a16="http://schemas.microsoft.com/office/drawing/2014/main" id="{C1024AD1-9930-6F56-2E90-BB3B9D9C3217}"/>
              </a:ext>
            </a:extLst>
          </p:cNvPr>
          <p:cNvPicPr>
            <a:picLocks noChangeAspect="1"/>
          </p:cNvPicPr>
          <p:nvPr/>
        </p:nvPicPr>
        <p:blipFill>
          <a:blip>
            <a:extLst>
              <a:ext uri="{96DAC541-7B7A-43D3-8B79-37D633B846F1}">
                <asvg:svgBlip xmlns:asvg="http://schemas.microsoft.com/office/drawing/2016/SVG/main" r:embed="rId12"/>
              </a:ext>
            </a:extLst>
          </a:blip>
          <a:srcRect l="50847" t="34120" r="2472" b="44066"/>
          <a:stretch>
            <a:fillRect/>
          </a:stretch>
        </p:blipFill>
        <p:spPr>
          <a:xfrm>
            <a:off x="8490427" y="13619862"/>
            <a:ext cx="2731971" cy="1805637"/>
          </a:xfrm>
          <a:prstGeom prst="rect">
            <a:avLst/>
          </a:prstGeom>
        </p:spPr>
      </p:pic>
      <p:sp>
        <p:nvSpPr>
          <p:cNvPr id="13871" name="Text Box 529">
            <a:extLst>
              <a:ext uri="{FF2B5EF4-FFF2-40B4-BE49-F238E27FC236}">
                <a16:creationId xmlns:a16="http://schemas.microsoft.com/office/drawing/2014/main" id="{C47DFE40-6BD9-9ECF-183C-375901684D7C}"/>
              </a:ext>
            </a:extLst>
          </p:cNvPr>
          <p:cNvSpPr txBox="1">
            <a:spLocks noChangeArrowheads="1"/>
          </p:cNvSpPr>
          <p:nvPr/>
        </p:nvSpPr>
        <p:spPr bwMode="auto">
          <a:xfrm>
            <a:off x="494024" y="6598523"/>
            <a:ext cx="4983480" cy="307777"/>
          </a:xfrm>
          <a:prstGeom prst="rect">
            <a:avLst/>
          </a:prstGeom>
          <a:noFill/>
          <a:ln>
            <a:noFill/>
          </a:ln>
          <a:effectLst/>
        </p:spPr>
        <p:txBody>
          <a:bodyPr lIns="13716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spcBef>
                <a:spcPct val="50000"/>
              </a:spcBef>
              <a:buClrTx/>
              <a:buSzTx/>
            </a:pPr>
            <a:r>
              <a:rPr lang="en-US" altLang="en-US" sz="1400" b="1" dirty="0">
                <a:solidFill>
                  <a:schemeClr val="accent1"/>
                </a:solidFill>
              </a:rPr>
              <a:t>Figure 1: FGF Signaling Components</a:t>
            </a:r>
          </a:p>
        </p:txBody>
      </p:sp>
      <p:pic>
        <p:nvPicPr>
          <p:cNvPr id="13873" name="Graphic 13872">
            <a:extLst>
              <a:ext uri="{FF2B5EF4-FFF2-40B4-BE49-F238E27FC236}">
                <a16:creationId xmlns:a16="http://schemas.microsoft.com/office/drawing/2014/main" id="{1DD1FB24-9073-908B-DD89-A0DF03DFD259}"/>
              </a:ext>
            </a:extLst>
          </p:cNvPr>
          <p:cNvPicPr>
            <a:picLocks noChangeAspect="1"/>
          </p:cNvPicPr>
          <p:nvPr/>
        </p:nvPicPr>
        <p:blipFill>
          <a:blip>
            <a:extLst>
              <a:ext uri="{96DAC541-7B7A-43D3-8B79-37D633B846F1}">
                <asvg:svgBlip xmlns:asvg="http://schemas.microsoft.com/office/drawing/2016/SVG/main" r:embed="rId13"/>
              </a:ext>
            </a:extLst>
          </a:blip>
          <a:srcRect l="1889" t="19042" r="2473" b="39849"/>
          <a:stretch>
            <a:fillRect/>
          </a:stretch>
        </p:blipFill>
        <p:spPr>
          <a:xfrm>
            <a:off x="474152" y="6882953"/>
            <a:ext cx="4336999" cy="2636617"/>
          </a:xfrm>
          <a:prstGeom prst="rect">
            <a:avLst/>
          </a:prstGeom>
        </p:spPr>
      </p:pic>
      <p:pic>
        <p:nvPicPr>
          <p:cNvPr id="7" name="Picture 6">
            <a:extLst>
              <a:ext uri="{FF2B5EF4-FFF2-40B4-BE49-F238E27FC236}">
                <a16:creationId xmlns:a16="http://schemas.microsoft.com/office/drawing/2014/main" id="{4BFB2578-0DEE-BE47-38BC-B6F5A627E07D}"/>
              </a:ext>
            </a:extLst>
          </p:cNvPr>
          <p:cNvPicPr>
            <a:picLocks noChangeAspect="1"/>
          </p:cNvPicPr>
          <p:nvPr/>
        </p:nvPicPr>
        <p:blipFill>
          <a:blip r:embed="rId14"/>
          <a:srcRect l="23727" t="19300" r="21050" b="6253"/>
          <a:stretch>
            <a:fillRect/>
          </a:stretch>
        </p:blipFill>
        <p:spPr>
          <a:xfrm>
            <a:off x="13163151" y="8536005"/>
            <a:ext cx="2395033" cy="1978363"/>
          </a:xfrm>
          <a:prstGeom prst="rect">
            <a:avLst/>
          </a:prstGeom>
        </p:spPr>
      </p:pic>
      <p:pic>
        <p:nvPicPr>
          <p:cNvPr id="9" name="Picture 8">
            <a:extLst>
              <a:ext uri="{FF2B5EF4-FFF2-40B4-BE49-F238E27FC236}">
                <a16:creationId xmlns:a16="http://schemas.microsoft.com/office/drawing/2014/main" id="{B85D6D5A-52B8-2FC1-DBA0-9EA30F9EA2D3}"/>
              </a:ext>
            </a:extLst>
          </p:cNvPr>
          <p:cNvPicPr>
            <a:picLocks noChangeAspect="1"/>
          </p:cNvPicPr>
          <p:nvPr/>
        </p:nvPicPr>
        <p:blipFill>
          <a:blip r:embed="rId15"/>
          <a:srcRect l="35942" t="31244" r="32990" b="35342"/>
          <a:stretch>
            <a:fillRect/>
          </a:stretch>
        </p:blipFill>
        <p:spPr>
          <a:xfrm>
            <a:off x="10428681" y="8587876"/>
            <a:ext cx="2731970" cy="1800420"/>
          </a:xfrm>
          <a:prstGeom prst="rect">
            <a:avLst/>
          </a:prstGeom>
        </p:spPr>
      </p:pic>
      <p:sp>
        <p:nvSpPr>
          <p:cNvPr id="12" name="Text Box 538">
            <a:extLst>
              <a:ext uri="{FF2B5EF4-FFF2-40B4-BE49-F238E27FC236}">
                <a16:creationId xmlns:a16="http://schemas.microsoft.com/office/drawing/2014/main" id="{172722B6-00DE-B301-A073-3155991C4F7C}"/>
              </a:ext>
            </a:extLst>
          </p:cNvPr>
          <p:cNvSpPr txBox="1">
            <a:spLocks noChangeArrowheads="1"/>
          </p:cNvSpPr>
          <p:nvPr/>
        </p:nvSpPr>
        <p:spPr bwMode="auto">
          <a:xfrm>
            <a:off x="14093914" y="10108473"/>
            <a:ext cx="2223234" cy="641201"/>
          </a:xfrm>
          <a:prstGeom prst="rect">
            <a:avLst/>
          </a:prstGeom>
          <a:noFill/>
          <a:ln>
            <a:noFill/>
          </a:ln>
          <a:effectLst/>
        </p:spPr>
        <p:txBody>
          <a:bodyPr wrap="square" lIns="137160" tIns="91440" rIns="91440" bIns="137160" anchor="t" anchorCtr="0">
            <a:spAutoFit/>
          </a:bodyPr>
          <a:lstStyle>
            <a:lvl1pPr marL="114300" algn="l" defTabSz="457200">
              <a:spcBef>
                <a:spcPct val="0"/>
              </a:spcBef>
              <a:defRPr>
                <a:solidFill>
                  <a:schemeClr val="tx1"/>
                </a:solidFill>
                <a:latin typeface="Arial" charset="0"/>
                <a:cs typeface="Arial" charset="0"/>
              </a:defRPr>
            </a:lvl1pPr>
            <a:lvl2pPr marL="1257300" indent="-40005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algn="r">
              <a:spcBef>
                <a:spcPts val="600"/>
              </a:spcBef>
              <a:spcAft>
                <a:spcPts val="200"/>
              </a:spcAft>
              <a:buClr>
                <a:schemeClr val="tx1"/>
              </a:buClr>
              <a:buFont typeface="Wingdings" pitchFamily="2" charset="2"/>
              <a:buNone/>
            </a:pPr>
            <a:r>
              <a:rPr lang="en-US" altLang="ja-JP" sz="1000" b="1" dirty="0">
                <a:solidFill>
                  <a:schemeClr val="bg1">
                    <a:lumMod val="50000"/>
                  </a:schemeClr>
                </a:solidFill>
                <a:ea typeface="MS PGothic" pitchFamily="34" charset="-128"/>
              </a:rPr>
              <a:t>Design</a:t>
            </a:r>
            <a:endParaRPr lang="en-US" altLang="ja-JP" sz="1000" b="1" dirty="0">
              <a:solidFill>
                <a:srgbClr val="08306B"/>
              </a:solidFill>
              <a:ea typeface="MS PGothic" pitchFamily="34" charset="-128"/>
            </a:endParaRPr>
          </a:p>
          <a:p>
            <a:pPr marL="0" algn="r">
              <a:spcBef>
                <a:spcPts val="600"/>
              </a:spcBef>
              <a:spcAft>
                <a:spcPts val="200"/>
              </a:spcAft>
              <a:buClr>
                <a:schemeClr val="tx1"/>
              </a:buClr>
              <a:buFont typeface="Wingdings" pitchFamily="2" charset="2"/>
              <a:buNone/>
            </a:pPr>
            <a:r>
              <a:rPr lang="en-US" altLang="ja-JP" sz="1000" b="1" dirty="0">
                <a:solidFill>
                  <a:srgbClr val="08306B"/>
                </a:solidFill>
                <a:ea typeface="MS PGothic" pitchFamily="34" charset="-128"/>
              </a:rPr>
              <a:t>Predicted</a:t>
            </a:r>
            <a:r>
              <a:rPr lang="en-US" altLang="ja-JP" sz="1000" b="1" dirty="0">
                <a:solidFill>
                  <a:srgbClr val="BE5E3F"/>
                </a:solidFill>
                <a:ea typeface="MS PGothic" pitchFamily="34" charset="-128"/>
              </a:rPr>
              <a:t> Structure</a:t>
            </a:r>
            <a:r>
              <a:rPr lang="en-US" altLang="ja-JP" sz="1000" b="1" dirty="0">
                <a:solidFill>
                  <a:srgbClr val="08306B"/>
                </a:solidFill>
                <a:ea typeface="MS PGothic" pitchFamily="34" charset="-128"/>
              </a:rPr>
              <a:t> </a:t>
            </a:r>
          </a:p>
        </p:txBody>
      </p:sp>
    </p:spTree>
    <p:custDataLst>
      <p:custData r:id="rId1"/>
      <p:custData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8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ustom Design">
  <a:themeElements>
    <a:clrScheme name="2023 Scientific Poster templates (3-14-2023)">
      <a:dk1>
        <a:srgbClr val="FFFFFF"/>
      </a:dk1>
      <a:lt1>
        <a:srgbClr val="000000"/>
      </a:lt1>
      <a:dk2>
        <a:srgbClr val="E6E6E6"/>
      </a:dk2>
      <a:lt2>
        <a:srgbClr val="0057B8"/>
      </a:lt2>
      <a:accent1>
        <a:srgbClr val="0057B8"/>
      </a:accent1>
      <a:accent2>
        <a:srgbClr val="009CDE"/>
      </a:accent2>
      <a:accent3>
        <a:srgbClr val="FFC845"/>
      </a:accent3>
      <a:accent4>
        <a:srgbClr val="009F4D"/>
      </a:accent4>
      <a:accent5>
        <a:srgbClr val="8246AF"/>
      </a:accent5>
      <a:accent6>
        <a:srgbClr val="E4002B"/>
      </a:accent6>
      <a:hlink>
        <a:srgbClr val="009CDE"/>
      </a:hlink>
      <a:folHlink>
        <a:srgbClr val="7F7F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ts 4x4 (printed size 35h x 48w)_12-10-2021.pptx" id="{0020D8CB-8B8E-4B52-8636-A53CBE83354E}" vid="{A2FBBF40-11F9-4A6D-9066-00696E5EB9F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item1.xml><?xml version="1.0" encoding="utf-8"?>
<TemplafyFormConfiguration><![CDATA[{"formFields":[],"formDataEntries":[]}]]></TemplafyFormConfiguration>
</file>

<file path=customXml/item2.xml><?xml version="1.0" encoding="utf-8"?>
<TemplafyTemplateConfiguration><![CDATA[{"elementsMetadata":[],"transformationConfigurations":[],"templateName":"MC_Poster_Horizontal_Fits 4x4 (printed size 35h x 48w)","templateDescription":"","enableDocumentContentUpdater":false,"version":"2.0"}]]></TemplafyTemplateConfiguration>
</file>

<file path=customXml/item3.xml><?xml version="1.0" encoding="utf-8"?>
<TemplafySlideTemplateConfiguration><![CDATA[{"slideVersion":1,"isValidatorEnabled":false,"isLocked":false,"elementsMetadata":[],"slideId":"862150716161785860","enableDocumentContentUpdater":false,"version":"2.0"}]]></TemplafySlideTemplateConfiguration>
</file>

<file path=customXml/item4.xml><?xml version="1.0" encoding="utf-8"?>
<TemplafySlideFormConfiguration><![CDATA[{"formFields":[],"formDataEntries":[]}]]></TemplafySlideFormConfiguration>
</file>

<file path=customXml/item5.xml><?xml version="1.0" encoding="utf-8"?>
<TemplafySlideTemplateConfiguration><![CDATA[{"slideVersion":1,"isValidatorEnabled":false,"isLocked":false,"elementsMetadata":[],"slideId":"862150716161785861","enableDocumentContentUpdater":false,"version":"2.0"}]]></TemplafySlideTemplateConfiguration>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slideId":"862150716161785859","enableDocumentContentUpdater":false,"version":"2.0"}]]></TemplafySlideTemplateConfiguration>
</file>

<file path=customXml/item8.xml><?xml version="1.0" encoding="utf-8"?>
<TemplafySlideFormConfiguration><![CDATA[{"formFields":[],"formDataEntries":[]}]]></TemplafySlideFormConfiguration>
</file>

<file path=customXml/itemProps1.xml><?xml version="1.0" encoding="utf-8"?>
<ds:datastoreItem xmlns:ds="http://schemas.openxmlformats.org/officeDocument/2006/customXml" ds:itemID="{41382E9A-816A-4801-9784-80C4F2B5F688}">
  <ds:schemaRefs/>
</ds:datastoreItem>
</file>

<file path=customXml/itemProps2.xml><?xml version="1.0" encoding="utf-8"?>
<ds:datastoreItem xmlns:ds="http://schemas.openxmlformats.org/officeDocument/2006/customXml" ds:itemID="{89FEC480-DEEE-4D7F-8EBB-944637A2ECFE}">
  <ds:schemaRefs/>
</ds:datastoreItem>
</file>

<file path=customXml/itemProps3.xml><?xml version="1.0" encoding="utf-8"?>
<ds:datastoreItem xmlns:ds="http://schemas.openxmlformats.org/officeDocument/2006/customXml" ds:itemID="{6BBA6ED2-66FB-4E26-A8D7-46E2FC8985C7}">
  <ds:schemaRefs/>
</ds:datastoreItem>
</file>

<file path=customXml/itemProps4.xml><?xml version="1.0" encoding="utf-8"?>
<ds:datastoreItem xmlns:ds="http://schemas.openxmlformats.org/officeDocument/2006/customXml" ds:itemID="{7550223A-6C9F-4E93-9318-DD5E2A5F30BE}">
  <ds:schemaRefs/>
</ds:datastoreItem>
</file>

<file path=customXml/itemProps5.xml><?xml version="1.0" encoding="utf-8"?>
<ds:datastoreItem xmlns:ds="http://schemas.openxmlformats.org/officeDocument/2006/customXml" ds:itemID="{DCD18A14-0D31-4EC6-9D13-233ACAEC64DE}">
  <ds:schemaRefs/>
</ds:datastoreItem>
</file>

<file path=customXml/itemProps6.xml><?xml version="1.0" encoding="utf-8"?>
<ds:datastoreItem xmlns:ds="http://schemas.openxmlformats.org/officeDocument/2006/customXml" ds:itemID="{337B4A1F-3286-41E8-AB76-6C6C7F2199EB}">
  <ds:schemaRefs/>
</ds:datastoreItem>
</file>

<file path=customXml/itemProps7.xml><?xml version="1.0" encoding="utf-8"?>
<ds:datastoreItem xmlns:ds="http://schemas.openxmlformats.org/officeDocument/2006/customXml" ds:itemID="{5C4B655C-9952-4D4C-BF87-F75FCC927756}">
  <ds:schemaRefs/>
</ds:datastoreItem>
</file>

<file path=customXml/itemProps8.xml><?xml version="1.0" encoding="utf-8"?>
<ds:datastoreItem xmlns:ds="http://schemas.openxmlformats.org/officeDocument/2006/customXml" ds:itemID="{4EDADF3F-5260-4501-B29C-5920D3032853}">
  <ds:schemaRefs/>
</ds:datastoreItem>
</file>

<file path=docMetadata/LabelInfo.xml><?xml version="1.0" encoding="utf-8"?>
<clbl:labelList xmlns:clbl="http://schemas.microsoft.com/office/2020/mipLabelMetadata">
  <clbl:label id="{11372f5f-8e19-4efb-8afe-8eac20a980c4}" enabled="1" method="Standard" siteId="{a25fff9c-3f63-4fb2-9a8a-d9bdd0321f9a}" removed="0"/>
</clbl:labelList>
</file>

<file path=docProps/app.xml><?xml version="1.0" encoding="utf-8"?>
<Properties xmlns="http://schemas.openxmlformats.org/officeDocument/2006/extended-properties" xmlns:vt="http://schemas.openxmlformats.org/officeDocument/2006/docPropsVTypes">
  <Template>Fits 4x4 (printed size 35h x 48w)_12-10-2021</Template>
  <TotalTime>12761</TotalTime>
  <Words>891</Words>
  <Application>Microsoft Office PowerPoint</Application>
  <PresentationFormat>Custom</PresentationFormat>
  <Paragraphs>61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MS PGothic</vt:lpstr>
      <vt:lpstr>Arial</vt:lpstr>
      <vt:lpstr>Symbol</vt:lpstr>
      <vt:lpstr>Wingdings</vt:lpstr>
      <vt:lpstr>Custom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Nielsen, Julie M.</dc:creator>
  <dc:description>v2.1</dc:description>
  <cp:lastModifiedBy>Uppala, Kaavya</cp:lastModifiedBy>
  <cp:revision>113</cp:revision>
  <dcterms:created xsi:type="dcterms:W3CDTF">2026-06-16T18:54:03Z</dcterms:created>
  <dcterms:modified xsi:type="dcterms:W3CDTF">2026-07-17T19:20:54Z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2024-03-07T15:52:33</vt:lpwstr>
  </property>
  <property fmtid="{D5CDD505-2E9C-101B-9397-08002B2CF9AE}" pid="3" name="TemplafyTenantId">
    <vt:lpwstr>mcbrandtemplates</vt:lpwstr>
  </property>
  <property fmtid="{D5CDD505-2E9C-101B-9397-08002B2CF9AE}" pid="4" name="TemplafyTemplateId">
    <vt:lpwstr>862150706875073816</vt:lpwstr>
  </property>
  <property fmtid="{D5CDD505-2E9C-101B-9397-08002B2CF9AE}" pid="5" name="TemplafyUserProfileId">
    <vt:lpwstr>877678980824826510</vt:lpwstr>
  </property>
  <property fmtid="{D5CDD505-2E9C-101B-9397-08002B2CF9AE}" pid="6" name="TemplafyFromBlank">
    <vt:bool>false</vt:bool>
  </property>
</Properties>
</file>